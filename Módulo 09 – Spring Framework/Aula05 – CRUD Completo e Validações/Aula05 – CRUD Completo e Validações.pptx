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302" r:id="rId4"/>
    <p:sldId id="303" r:id="rId5"/>
    <p:sldId id="304" r:id="rId6"/>
    <p:sldId id="305" r:id="rId7"/>
    <p:sldId id="306" r:id="rId8"/>
    <p:sldId id="307" r:id="rId9"/>
    <p:sldId id="309" r:id="rId10"/>
    <p:sldId id="310" r:id="rId11"/>
    <p:sldId id="30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ula05%20-%20Passo%20a%20Passo%20-%20Validacao%20e%20Tratamento%20de%20Erros.docx" TargetMode="External"/><Relationship Id="rId2" Type="http://schemas.openxmlformats.org/officeDocument/2006/relationships/hyperlink" Target="Aula05%20&#8211;%20CRUD%20Completo%20e%20Valida&#231;&#245;es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icio%20-%20Validando%20Categoria.docx" TargetMode="Externa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7.xml"/><Relationship Id="rId4" Type="http://schemas.openxmlformats.org/officeDocument/2006/relationships/customXml" Target="../ink/ink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CRUD Completo, Validação e Tratamento de Erros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Validar dados de entrada com Bean Validation.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Separar DTO de entrada e DTO de saída.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Centralizar erros com @RestControllerAdvice.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o recurso Cliente, com CRUD completo.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Documento Aula05</a:t>
            </a:r>
            <a:endParaRPr lang="pt-BR" sz="24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Passo a Passo Aula05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 Problema dos Erros "Feios"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Até aqui, um id inexistente derrubava a aplicação com um erro 500 cru.</a:t>
            </a:r>
          </a:p>
          <a:p>
            <a:r>
              <a:rPr lang="pt-BR" sz="2400" dirty="0"/>
              <a:t>Um app ou front-end não sabe o que fazer com um stack trace.</a:t>
            </a:r>
          </a:p>
          <a:p>
            <a:r>
              <a:rPr lang="pt-BR" sz="2400" dirty="0"/>
              <a:t>Toda API séria responde erros em um formato previsível.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42AC38-742C-95A6-D0CA-6F1126E8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69BCCC1-878D-C78C-9B15-AE7892FA53FD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Bean Validation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557B61-366D-F624-E254-82152B2EAF19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@NotNull / @NotBlank – obrigatório;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@Positive – número maior que zero;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@Email – formato de e-mail válido;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@Pattern – expressão regular;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@Size – tamanho mínimo/máximo.</a:t>
            </a:r>
          </a:p>
        </p:txBody>
      </p:sp>
    </p:spTree>
    <p:extLst>
      <p:ext uri="{BB962C8B-B14F-4D97-AF65-F5344CB8AC3E}">
        <p14:creationId xmlns:p14="http://schemas.microsoft.com/office/powerpoint/2010/main" val="409880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@Valid dispara a validação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public class ProdutoRequestDTO {</a:t>
            </a:r>
          </a:p>
          <a:p>
            <a:r>
              <a:rPr lang="pt-BR" sz="2400" dirty="0"/>
              <a:t>    @NotBlank private String nome;</a:t>
            </a:r>
          </a:p>
          <a:p>
            <a:r>
              <a:rPr lang="pt-BR" sz="2400" dirty="0"/>
              <a:t>    @NotNull @Positive private BigDecimal preco;</a:t>
            </a:r>
          </a:p>
          <a:p>
            <a:r>
              <a:rPr lang="pt-BR" sz="2400" dirty="0"/>
              <a:t>}</a:t>
            </a:r>
          </a:p>
          <a:p>
            <a:r>
              <a:rPr lang="pt-BR" sz="2400" dirty="0"/>
              <a:t>criar(@Valid @RequestBody ProdutoRequestDTO dto)</a:t>
            </a:r>
          </a:p>
        </p:txBody>
      </p:sp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8EE63E-1CF3-37EE-0CAD-3B7E53F1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D7173EE-9055-ADEB-0819-C4E87599C361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DTO de Entrada × Saída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DD7D82-6996-1289-209D-12127F9F9613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ProdutoRequestDTO – entrada (POST/PUT): sem id, com validação.</a:t>
            </a:r>
          </a:p>
          <a:p>
            <a:r>
              <a:rPr lang="pt-BR" sz="2400" dirty="0"/>
              <a:t>ProdutoDTO – saída: com id, sem validação.</a:t>
            </a:r>
          </a:p>
          <a:p>
            <a:r>
              <a:rPr lang="pt-BR" sz="2400" dirty="0"/>
              <a:t>Entrada e saída podem ter campos e regras diferentes.</a:t>
            </a:r>
          </a:p>
        </p:txBody>
      </p:sp>
    </p:spTree>
    <p:extLst>
      <p:ext uri="{BB962C8B-B14F-4D97-AF65-F5344CB8AC3E}">
        <p14:creationId xmlns:p14="http://schemas.microsoft.com/office/powerpoint/2010/main" val="2290863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13B8-8C05-06FE-57B7-FBD15D8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3C8299-FB46-5197-1B4C-D87100568097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@RestControllerAdvice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FC5D7-1BC3-C7AF-338B-ECEE2D2178F5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Intercepta exceções de QUALQUER Controller e devolve uma resposta padronizada.</a:t>
            </a:r>
          </a:p>
          <a:p>
            <a:r>
              <a:rPr lang="pt-BR" sz="2400" dirty="0"/>
              <a:t>@ExceptionHandler(RecursoNaoEncontradoException.class)</a:t>
            </a:r>
          </a:p>
          <a:p>
            <a:r>
              <a:rPr lang="pt-BR" sz="2400" dirty="0"/>
              <a:t>-&gt; ResponseEntity 404 com ErroRespostaDTO</a:t>
            </a:r>
          </a:p>
        </p:txBody>
      </p:sp>
    </p:spTree>
    <p:extLst>
      <p:ext uri="{BB962C8B-B14F-4D97-AF65-F5344CB8AC3E}">
        <p14:creationId xmlns:p14="http://schemas.microsoft.com/office/powerpoint/2010/main" val="103703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FD0EC2-124D-C51F-313F-F13E8067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51F12207-3F1D-A220-C3F9-DE96E34694F8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Erro Padronizado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065F8D-38FB-78EB-42ED-84CD0433FF45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{</a:t>
            </a:r>
          </a:p>
          <a:p>
            <a:r>
              <a:rPr lang="pt-BR" sz="2400" dirty="0"/>
              <a:t>  "status": 400,</a:t>
            </a:r>
          </a:p>
          <a:p>
            <a:r>
              <a:rPr lang="pt-BR" sz="2400" dirty="0"/>
              <a:t>  "erro": "Dados inválidos",</a:t>
            </a:r>
          </a:p>
          <a:p>
            <a:r>
              <a:rPr lang="pt-BR" sz="2400" dirty="0"/>
              <a:t>  "detalhes": ["nome: o nome é obrigatório"]</a:t>
            </a:r>
          </a:p>
          <a:p>
            <a:r>
              <a:rPr lang="pt-BR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861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Novo Recurso: Cliente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nome, email (@Email), cpf (@Pattern, 11 dígitos);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Regra de negócio: CPF não pode se repetir;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IllegalArgumentException -&gt; 400, tratado no mesmo handler global.</a:t>
            </a:r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CC5C92-0DF7-4FE5-DBFD-5C28EF4D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3655476-BAA4-AC3F-7F0E-31BA24A76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2F58FE8-E2C3-F918-931D-86375D95DC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AD2144-0188-5385-0C10-9B24D84D3E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B9452288-7085-024C-FC2D-86C72F0FCE4A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u="sng" dirty="0">
                <a:solidFill>
                  <a:srgbClr val="0070C0"/>
                </a:solidFill>
              </a:rPr>
              <a:t>Exercício Guiado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7A9F8B-1AB6-9008-19EE-6D6000F75DFD}"/>
              </a:ext>
            </a:extLst>
          </p:cNvPr>
          <p:cNvSpPr txBox="1"/>
          <p:nvPr/>
        </p:nvSpPr>
        <p:spPr>
          <a:xfrm>
            <a:off x="656982" y="933453"/>
            <a:ext cx="10734918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Aplique Bean Validation e o tratamento de erros da aula em Categoria.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CategoriaRequestDTO com @NotBlank e @Size;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Reaproveite RecursoNaoEncontradoException e o GlobalExceptionHandler.</a:t>
            </a:r>
          </a:p>
        </p:txBody>
      </p:sp>
    </p:spTree>
    <p:extLst>
      <p:ext uri="{BB962C8B-B14F-4D97-AF65-F5344CB8AC3E}">
        <p14:creationId xmlns:p14="http://schemas.microsoft.com/office/powerpoint/2010/main" val="2991367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Resumo da Aula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3301111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Conceito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Significado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Bean Validation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Validação declarativa via anotações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@Valid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Dispara a validação no Controller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4982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DTO de entrada/saída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Separação entre o que se recebe e o que se devolve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35500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@RestControllerAdvice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Tratamento de erros centralizado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12495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ErroRespostaDTO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Formato padronizado de erro da API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88304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3187</TotalTime>
  <Words>374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1003</cp:revision>
  <dcterms:created xsi:type="dcterms:W3CDTF">2026-03-07T12:30:21Z</dcterms:created>
  <dcterms:modified xsi:type="dcterms:W3CDTF">2026-08-30T12:31:01Z</dcterms:modified>
</cp:coreProperties>
</file>