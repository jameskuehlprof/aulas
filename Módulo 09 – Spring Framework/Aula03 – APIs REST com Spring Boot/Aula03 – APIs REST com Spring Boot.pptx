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302" r:id="rId4"/>
    <p:sldId id="303" r:id="rId5"/>
    <p:sldId id="304" r:id="rId6"/>
    <p:sldId id="305" r:id="rId7"/>
    <p:sldId id="306" r:id="rId8"/>
    <p:sldId id="307" r:id="rId9"/>
    <p:sldId id="309" r:id="rId10"/>
    <p:sldId id="310" r:id="rId11"/>
    <p:sldId id="30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ula03%20-%20Passo%20a%20Passo%20-%20CRUD%20REST%20Completo.docx" TargetMode="External"/><Relationship Id="rId2" Type="http://schemas.openxmlformats.org/officeDocument/2006/relationships/hyperlink" Target="Aula03%20&#8211;%20APIs%20REST%20com%20Spring%20Boot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icio%20-%20CRUD%20REST%20de%20Categorias.docx" TargetMode="Externa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7.xml"/><Relationship Id="rId4" Type="http://schemas.openxmlformats.org/officeDocument/2006/relationships/customXml" Target="../ink/ink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APIs REST com Spring Boot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o que é REST e como ele usa o HTTP.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Diferenciar GET, POST, PUT, PATCH e DELETE.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Usar @PathVariable, @RequestParam e @RequestBody.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Controlar o status HTTP com </a:t>
            </a:r>
            <a:r>
              <a:rPr lang="pt-BR" sz="2400" dirty="0" err="1"/>
              <a:t>ResponseEntity</a:t>
            </a:r>
            <a:r>
              <a:rPr lang="pt-BR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Documento Aula03</a:t>
            </a:r>
            <a:endParaRPr lang="pt-BR" sz="24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Passo a Passo Aula03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 que é REST?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Cada recurso tem uma URL própria; a ação é expressa pelo verbo HTTP, não pela URL.</a:t>
            </a:r>
          </a:p>
          <a:p>
            <a:endParaRPr lang="pt-BR" sz="2400" dirty="0"/>
          </a:p>
          <a:p>
            <a:r>
              <a:rPr lang="pt-BR" sz="2400" dirty="0"/>
              <a:t>GET    /produtos          -&gt; listar</a:t>
            </a:r>
          </a:p>
          <a:p>
            <a:r>
              <a:rPr lang="pt-BR" sz="2400" dirty="0"/>
              <a:t>POST   /produtos          -&gt; criar</a:t>
            </a:r>
          </a:p>
          <a:p>
            <a:r>
              <a:rPr lang="pt-BR" sz="2400" dirty="0"/>
              <a:t>PUT    /produtos/3        -&gt; atualizar tudo</a:t>
            </a:r>
          </a:p>
          <a:p>
            <a:r>
              <a:rPr lang="pt-BR" sz="2400" dirty="0"/>
              <a:t>PATCH  /produtos/3/preco  -&gt; atualizar parte</a:t>
            </a:r>
          </a:p>
          <a:p>
            <a:r>
              <a:rPr lang="pt-BR" sz="2400" dirty="0"/>
              <a:t>DELETE /produtos/3        -&gt; excluir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42AC38-742C-95A6-D0CA-6F1126E8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69BCCC1-878D-C78C-9B15-AE7892FA53FD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Verbos HTTP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557B61-366D-F624-E254-82152B2EAF19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GET – buscar, sem corpo;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POST – criar, com corpo;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PUT – substituir por completo, com corpo;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PATCH – atualizar parte, com corpo;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DELETE – remover, sem corpo.</a:t>
            </a:r>
          </a:p>
        </p:txBody>
      </p:sp>
    </p:spTree>
    <p:extLst>
      <p:ext uri="{BB962C8B-B14F-4D97-AF65-F5344CB8AC3E}">
        <p14:creationId xmlns:p14="http://schemas.microsoft.com/office/powerpoint/2010/main" val="409880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Status HTTP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200 OK – sucesso;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201 Created – recurso criado (POST);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204 No Content – sucesso sem corpo (DELETE);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400 Bad Request – dados inválidos;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404 Not Found – recurso não existe.</a:t>
            </a:r>
          </a:p>
        </p:txBody>
      </p:sp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8EE63E-1CF3-37EE-0CAD-3B7E53F1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D7173EE-9055-ADEB-0819-C4E87599C361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@PathVariable × @RequestParam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DD7D82-6996-1289-209D-12127F9F9613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@PathVariable: captura parte da URL (o id do recurso).</a:t>
            </a:r>
          </a:p>
          <a:p>
            <a:r>
              <a:rPr lang="pt-BR" sz="2400" dirty="0"/>
              <a:t>@GetMapping("/{id}") ... @PathVariable Long id</a:t>
            </a:r>
          </a:p>
          <a:p>
            <a:r>
              <a:rPr lang="pt-BR" sz="2400" dirty="0"/>
              <a:t>@RequestParam: captura parâmetros depois do "?" (filtros, opcionais).</a:t>
            </a:r>
          </a:p>
          <a:p>
            <a:r>
              <a:rPr lang="pt-BR" sz="2400" dirty="0"/>
              <a:t>@GetMapping ... @RequestParam(required=false) </a:t>
            </a:r>
            <a:r>
              <a:rPr lang="pt-BR" sz="2400" dirty="0" err="1"/>
              <a:t>String</a:t>
            </a:r>
            <a:r>
              <a:rPr lang="pt-BR" sz="2400" dirty="0"/>
              <a:t> nome</a:t>
            </a:r>
          </a:p>
        </p:txBody>
      </p:sp>
    </p:spTree>
    <p:extLst>
      <p:ext uri="{BB962C8B-B14F-4D97-AF65-F5344CB8AC3E}">
        <p14:creationId xmlns:p14="http://schemas.microsoft.com/office/powerpoint/2010/main" val="2290863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13B8-8C05-06FE-57B7-FBD15D8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3C8299-FB46-5197-1B4C-D87100568097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@RequestBody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FC5D7-1BC3-C7AF-338B-ECEE2D2178F5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Captura o corpo JSON da requisição e converte para um objeto Java. Usado em POST, PUT e PATCH.</a:t>
            </a:r>
          </a:p>
          <a:p>
            <a:r>
              <a:rPr lang="pt-BR" sz="2400" dirty="0"/>
              <a:t>@PostMapping</a:t>
            </a:r>
          </a:p>
          <a:p>
            <a:r>
              <a:rPr lang="pt-BR" sz="2400" dirty="0"/>
              <a:t>public ResponseEntity&lt;ProdutoDTO&gt; criar(@RequestBody ProdutoDTO </a:t>
            </a:r>
            <a:r>
              <a:rPr lang="pt-BR" sz="2400" dirty="0" err="1"/>
              <a:t>dto</a:t>
            </a:r>
            <a:r>
              <a:rPr lang="pt-B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703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FD0EC2-124D-C51F-313F-F13E8067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51F12207-3F1D-A220-C3F9-DE96E34694F8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ResponseEntity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065F8D-38FB-78EB-42ED-84CD0433FF45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Permite escolher exatamente o status HTTP da resposta.</a:t>
            </a:r>
          </a:p>
          <a:p>
            <a:r>
              <a:rPr lang="pt-BR" sz="2400" dirty="0"/>
              <a:t>return service.buscarPorId(id)</a:t>
            </a:r>
          </a:p>
          <a:p>
            <a:r>
              <a:rPr lang="pt-BR" sz="2400" dirty="0"/>
              <a:t>    .map(ResponseEntity::ok)</a:t>
            </a:r>
          </a:p>
          <a:p>
            <a:r>
              <a:rPr lang="pt-BR" sz="2400" dirty="0"/>
              <a:t>    .orElseGet(() -&gt; ResponseEntity.notFound().build());</a:t>
            </a:r>
          </a:p>
        </p:txBody>
      </p:sp>
    </p:spTree>
    <p:extLst>
      <p:ext uri="{BB962C8B-B14F-4D97-AF65-F5344CB8AC3E}">
        <p14:creationId xmlns:p14="http://schemas.microsoft.com/office/powerpoint/2010/main" val="219861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000" dirty="0"/>
              <a:t>CRUD Completo do ProdutoController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GET /produtos e /produtos/{id}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POST /produtos -&gt; 201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PUT /produtos/{id} -&gt; 200 ou 404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PATCH /produtos/{id}/preco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DELETE /produtos/{id} -&gt; 204 ou 404</a:t>
            </a:r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CC5C92-0DF7-4FE5-DBFD-5C28EF4D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B9452288-7085-024C-FC2D-86C72F0FCE4A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u="sng" dirty="0">
                <a:solidFill>
                  <a:srgbClr val="0070C0"/>
                </a:solidFill>
              </a:rPr>
              <a:t>Exercício Guiado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7A9F8B-1AB6-9008-19EE-6D6000F75DFD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Implemente o CRUD REST completo para Categoria, seguindo o padrão do ProdutoController.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GET, POST, PUT e DELETE em /categorias;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Desafio: validação manual de nome vazio.</a:t>
            </a:r>
          </a:p>
        </p:txBody>
      </p:sp>
    </p:spTree>
    <p:extLst>
      <p:ext uri="{BB962C8B-B14F-4D97-AF65-F5344CB8AC3E}">
        <p14:creationId xmlns:p14="http://schemas.microsoft.com/office/powerpoint/2010/main" val="299136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Resumo da Aula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2394204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Conceito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Significado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REST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Estilo arquitetural de API baseado em recursos e verbos HTTP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GET / POST / PUT / PATCH / DELETE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Verbos HTTP e suas ações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5274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@PathVariable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Captura valor da própria URL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28482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@RequestParam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Captura parâmetro opcional da URL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0088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@RequestBody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Captura o corpo JSON da requisição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63673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ResponseEntity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Controla o status HTTP da resposta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20711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3188</TotalTime>
  <Words>455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1008</cp:revision>
  <dcterms:created xsi:type="dcterms:W3CDTF">2026-03-07T12:30:21Z</dcterms:created>
  <dcterms:modified xsi:type="dcterms:W3CDTF">2026-08-29T19:47:53Z</dcterms:modified>
</cp:coreProperties>
</file>