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2"/>
  </p:notesMasterIdLst>
  <p:sldIdLst>
    <p:sldId id="256" r:id="rId2"/>
    <p:sldId id="257" r:id="rId3"/>
    <p:sldId id="302" r:id="rId4"/>
    <p:sldId id="303" r:id="rId5"/>
    <p:sldId id="304" r:id="rId6"/>
    <p:sldId id="305" r:id="rId7"/>
    <p:sldId id="306" r:id="rId8"/>
    <p:sldId id="307" r:id="rId9"/>
    <p:sldId id="309" r:id="rId10"/>
    <p:sldId id="3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5.xml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8.xml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1.xml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24.xml"/><Relationship Id="rId4" Type="http://schemas.openxmlformats.org/officeDocument/2006/relationships/customXml" Target="../ink/ink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Projeto Final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494357" y="4144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Aplicar, em uma tarefa curta e objetiva, tudo o que foi visto no módulo (entidade, DTO, validação, regra de negócio, erros).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Praticar a evolução de um sistema já existente — mais realista que começar do zero a cada projeto.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Testar uma API própria de ponta a ponta no Postman, incluindo um caso de erro esperado.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615D098-AEC8-462D-DAFF-BD6640EE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CD162CB-8CB4-84A6-DAD6-B4C08EFA80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EE68EC1-4EF6-A27B-AA13-89B5435002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A95C91F-872B-7774-9D56-9168BBEDDC5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9EC75553-8952-E967-DBD1-06966CD90BC5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que é o Projeto Final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BC08EC-30A6-1894-530B-8AAC7180E186}"/>
              </a:ext>
            </a:extLst>
          </p:cNvPr>
          <p:cNvSpPr txBox="1"/>
          <p:nvPr/>
        </p:nvSpPr>
        <p:spPr>
          <a:xfrm>
            <a:off x="656982" y="933453"/>
            <a:ext cx="107349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Construímos juntos o lojavirtual: Produto, Categoria, Cliente, Pedido.</a:t>
            </a:r>
          </a:p>
          <a:p>
            <a:r>
              <a:rPr lang="pt-BR" sz="2400" dirty="0"/>
              <a:t>Agora: evolua o SEU lojavirtual, o mesmo das aulas anteriores — não um projeto novo.</a:t>
            </a:r>
          </a:p>
          <a:p>
            <a:r>
              <a:rPr lang="pt-BR" sz="2400" dirty="0"/>
              <a:t>Foco em dois pontos: um campo novo e um método novo, bem validados e testados.</a:t>
            </a:r>
          </a:p>
        </p:txBody>
      </p:sp>
    </p:spTree>
    <p:extLst>
      <p:ext uri="{BB962C8B-B14F-4D97-AF65-F5344CB8AC3E}">
        <p14:creationId xmlns:p14="http://schemas.microsoft.com/office/powerpoint/2010/main" val="197487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42AC38-742C-95A6-D0CA-6F1126E85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8182A29-EA07-E445-BD21-6D28CB8805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2278F5-10C2-70D0-BEBE-A81A9D4CC0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E47B159B-AC64-077D-562E-CCF6343609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69BCCC1-878D-C78C-9B15-AE7892FA53FD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O Que Fazer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557B61-366D-F624-E254-82152B2EAF19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Campo novo: estoqueMinimo em Produto (Integer, obrigatório, não pode ser negativo);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Endpoint novo: PATCH /produtos/{id}/repor-estoque, somando a quantidade ao estoque atual;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Validação: quantidade menor ou igual a zero deve retornar erro 400;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Desafio extra (opcional, bônus): GET /produtos/estoque-baixo.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9880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BA0268-2296-EBA3-3638-45F9D913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05571AEF-8ABF-3377-893B-C06D94ED6A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64660EE-92E5-0A4B-2F6D-6984EF47C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2A1547C6-476F-E867-446B-3EE662098A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44182878-F390-3361-AB17-A37A597A2F7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Requisitos Mínimos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44C91C-7999-A54A-11CC-3D57B32B5404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Campo e validação criados corretamente (entidade + DTOs + banco);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Endpoint novo funcionando, com a regra de negócio aplicada;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Erros retornando HTTP 400, com mensagem clara;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Teste no Postman: pelo menos 1 caso de sucesso + 1 caso de erro;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Endpoints que já existiam continuam funcionando.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5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8EE63E-1CF3-37EE-0CAD-3B7E53F1E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BEF8755-4E0B-BFE4-6AB3-AAA80130AA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DEDD0A8-173A-4C45-FA0F-EEC3F9C8C4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67D037CE-B694-A6F2-B0D7-70251C73CA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BD7173EE-9055-ADEB-0819-C4E87599C361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Critérios de Avaliação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D7D82-6996-1289-209D-12127F9F9613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Campo novo criado corretamente — 3,0 pontos;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Endpoint novo funcionando corretamente — 3,0 pontos;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Validação e tratamento de erros — 2,0 pontos;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Teste no Postman evidenciado — 1,5 pontos;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Projeto continua íntegro (nada quebrou) — 0,5 ponto;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Bônus — desafio extra opcional: até +1,0 ponto.</a:t>
            </a:r>
          </a:p>
        </p:txBody>
      </p:sp>
    </p:spTree>
    <p:extLst>
      <p:ext uri="{BB962C8B-B14F-4D97-AF65-F5344CB8AC3E}">
        <p14:creationId xmlns:p14="http://schemas.microsoft.com/office/powerpoint/2010/main" val="2290863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EB13B8-8C05-06FE-57B7-FBD15D87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5D45E61-2E2D-9FB1-CE25-B8DD2ABF8B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DC5D909-B4BA-FB90-E4FA-A1E5C985B1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1D11FD88-94F7-B162-440F-CCC183797B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353C8299-FB46-5197-1B4C-D87100568097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Como Fazer — Passo a Passo Resumido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FC5D7-1BC3-C7AF-338B-ECEE2D2178F5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2400" dirty="0"/>
              <a:t>1. Adicione estoqueMinimo em Produto, nos DTOs e no Mapper.</a:t>
            </a:r>
          </a:p>
          <a:p>
            <a:r>
              <a:rPr lang="pt-BR" sz="2400" dirty="0"/>
              <a:t>2. Suba a aplicação — o Hibernate cria a coluna sozinho.</a:t>
            </a:r>
          </a:p>
          <a:p>
            <a:r>
              <a:rPr lang="pt-BR" sz="2400" dirty="0"/>
              <a:t>3. Crie reporEstoque no Service, validando quantidade &gt; 0.</a:t>
            </a:r>
          </a:p>
          <a:p>
            <a:r>
              <a:rPr lang="pt-BR" sz="2400" dirty="0"/>
              <a:t>4. Exponha PATCH /produtos/{id}/repor-estoque no Controller.</a:t>
            </a:r>
          </a:p>
          <a:p>
            <a:r>
              <a:rPr lang="pt-BR" sz="2400" dirty="0"/>
              <a:t>5. Atualize o data.sql e teste tudo no Postman.</a:t>
            </a:r>
          </a:p>
          <a:p>
            <a:r>
              <a:rPr lang="pt-BR" sz="2400" dirty="0"/>
              <a:t>Passo a passo completo, com código, no documento “Aula10 - Passo a Passo”.</a:t>
            </a:r>
          </a:p>
        </p:txBody>
      </p:sp>
    </p:spTree>
    <p:extLst>
      <p:ext uri="{BB962C8B-B14F-4D97-AF65-F5344CB8AC3E}">
        <p14:creationId xmlns:p14="http://schemas.microsoft.com/office/powerpoint/2010/main" val="1037038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FD0EC2-124D-C51F-313F-F13E8067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D7FC4B5E-FC99-0837-B66F-8E82D0C43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73A2A90D-3BE0-473C-F6A6-93FD9A2410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370985F-1E9C-8F72-216B-34D64456BD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51F12207-3F1D-A220-C3F9-DE96E34694F8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Testando no Postman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5065F8D-38FB-78EB-42ED-84CD0433FF45}"/>
              </a:ext>
            </a:extLst>
          </p:cNvPr>
          <p:cNvSpPr txBox="1"/>
          <p:nvPr/>
        </p:nvSpPr>
        <p:spPr>
          <a:xfrm>
            <a:off x="656982" y="933453"/>
            <a:ext cx="10734918" cy="267765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PATCH /produtos/1/repor-estoque?quantidade=10 → sucesso (200 OK);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PATCH /produtos/1/repor-estoque?quantidade=-5 → erro esperado (400 Bad Request);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GET /produtos/estoque-baixo → lista produtos abaixo do mínimo (desafio extra);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Escrita é autenticada: use o usuário admin no Basic Auth do </a:t>
            </a:r>
            <a:r>
              <a:rPr lang="pt-BR" sz="2400" dirty="0" err="1"/>
              <a:t>Postman</a:t>
            </a:r>
            <a:r>
              <a:rPr lang="pt-BR" sz="2400" dirty="0"/>
              <a:t>.</a:t>
            </a:r>
          </a:p>
          <a:p>
            <a:pPr lvl="0"/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98613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A87F4A-479D-F23A-A973-C5E004E1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9E0D4B1-DFE0-AC95-F303-E5E55EE4B4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C7817D5-3987-7B2A-8321-1E10F26F7C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7A56A6BD-1DDD-9C1F-F7E0-8F77D4FADED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FC83618-9DD6-3D4B-3182-E4A66133EBDB}"/>
              </a:ext>
            </a:extLst>
          </p:cNvPr>
          <p:cNvSpPr txBox="1"/>
          <p:nvPr/>
        </p:nvSpPr>
        <p:spPr>
          <a:xfrm>
            <a:off x="1655779" y="101703"/>
            <a:ext cx="79439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Formato de Entrega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E17A698-6D41-C343-F18F-273AA2E82364}"/>
              </a:ext>
            </a:extLst>
          </p:cNvPr>
          <p:cNvSpPr txBox="1"/>
          <p:nvPr/>
        </p:nvSpPr>
        <p:spPr>
          <a:xfrm>
            <a:off x="656982" y="933453"/>
            <a:ext cx="10734918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Pasta do projeto (Eclipse/Maven), sem a pasta target;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Script data.sql atualizado, com o campo estoque_minimo preenchido;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Collection do Postman exportada (.json);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Prints (ou vídeo curto) dos testes de sucesso e de erro no </a:t>
            </a:r>
            <a:r>
              <a:rPr lang="pt-BR" sz="2400" dirty="0" err="1"/>
              <a:t>Postman</a:t>
            </a:r>
            <a:r>
              <a:rPr lang="pt-BR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Compactar tudo em um .zip e anexar no sistema </a:t>
            </a:r>
            <a:r>
              <a:rPr lang="pt-BR" sz="2400" dirty="0" err="1"/>
              <a:t>akademos</a:t>
            </a:r>
            <a:endParaRPr lang="pt-BR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85324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72862C9-8C3F-E355-6362-90BC0409F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F95B2A6-C61D-8BD4-1C7F-E917E5D871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E8CFC894-23DE-E46C-957B-5518353E94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C003BCE5-08BB-7B9C-4D9B-029D739DBF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87457E1D-0F4B-1397-72BA-EF592FB325F0}"/>
              </a:ext>
            </a:extLst>
          </p:cNvPr>
          <p:cNvSpPr txBox="1"/>
          <p:nvPr/>
        </p:nvSpPr>
        <p:spPr>
          <a:xfrm>
            <a:off x="1916950" y="0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Fechamento do Módulo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E2595D0-4EE2-D85A-374A-2A856AFFE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144372"/>
              </p:ext>
            </p:extLst>
          </p:nvPr>
        </p:nvGraphicFramePr>
        <p:xfrm>
          <a:off x="1192213" y="870164"/>
          <a:ext cx="8596312" cy="1800606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0950509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74762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Aula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O que ficou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556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2-3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Arquitetura em camadas e API REST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25243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4-5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Persistência JPA, validação e erros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54497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6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Relacionamentos e entidade associativa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93238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7-8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Mapper, Swagger e Segurança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4848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 dirty="0">
                          <a:effectLst/>
                        </a:rPr>
                        <a:t>9-10</a:t>
                      </a:r>
                      <a:endParaRPr lang="pt-BR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800" kern="100">
                          <a:effectLst/>
                        </a:rPr>
                        <a:t>Consolidação e evolução do lojavirtual</a:t>
                      </a:r>
                      <a:endParaRPr lang="pt-BR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77612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833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3185</TotalTime>
  <Words>560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1003</cp:revision>
  <dcterms:created xsi:type="dcterms:W3CDTF">2026-03-07T12:30:21Z</dcterms:created>
  <dcterms:modified xsi:type="dcterms:W3CDTF">2026-09-07T17:34:02Z</dcterms:modified>
</cp:coreProperties>
</file>