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12"/>
  </p:notesMasterIdLst>
  <p:sldIdLst>
    <p:sldId id="256" r:id="rId2"/>
    <p:sldId id="257" r:id="rId3"/>
    <p:sldId id="266" r:id="rId4"/>
    <p:sldId id="267" r:id="rId5"/>
    <p:sldId id="281" r:id="rId6"/>
    <p:sldId id="262" r:id="rId7"/>
    <p:sldId id="287" r:id="rId8"/>
    <p:sldId id="282" r:id="rId9"/>
    <p:sldId id="285" r:id="rId10"/>
    <p:sldId id="263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2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94A55D-A143-4CF0-B51A-6A56E61563C8}" type="datetimeFigureOut">
              <a:rPr lang="pt-BR" smtClean="0"/>
              <a:t>04/06/2026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BBB70E-11FE-41BE-B2A3-D5AB1340F5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8982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BBB70E-11FE-41BE-B2A3-D5AB1340F568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61223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BBB70E-11FE-41BE-B2A3-D5AB1340F568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89500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04/06/2026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3584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04/06/2026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9336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04/06/2026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8817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04/06/2026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3135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04/06/2026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7966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04/06/2026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7938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04/06/2026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1424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04/06/2026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7447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04/06/2026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9656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04/06/2026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2121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04/06/2026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369305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04/06/2026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9412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04/06/2026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538420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04/06/2026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80477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04/06/2026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47453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04/06/2026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1133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8B9DC1-BD4F-4C15-A5EA-AB58DEA7115A}" type="datetimeFigureOut">
              <a:rPr lang="pt-BR" smtClean="0"/>
              <a:t>04/06/2026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729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3.xml"/><Relationship Id="rId4" Type="http://schemas.openxmlformats.org/officeDocument/2006/relationships/customXml" Target="../ink/ink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6E2089A8-2C4C-D24F-747E-7631D13FE326}"/>
              </a:ext>
            </a:extLst>
          </p:cNvPr>
          <p:cNvSpPr txBox="1"/>
          <p:nvPr/>
        </p:nvSpPr>
        <p:spPr>
          <a:xfrm>
            <a:off x="1533426" y="1920505"/>
            <a:ext cx="9125147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400" b="1" dirty="0"/>
              <a:t>Operadores e Estruturas Condicionais em </a:t>
            </a:r>
            <a:r>
              <a:rPr lang="pt-BR" sz="4400" b="1" dirty="0" err="1"/>
              <a:t>JavaScript</a:t>
            </a:r>
            <a:endParaRPr lang="pt-BR" sz="123400" b="1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ABA9BCB0-3741-0D90-5301-EA39698693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712" y="5589223"/>
            <a:ext cx="1193540" cy="119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630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5152C-5DFD-AA08-0677-1BABD2C0D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8885EF6-A78F-D89B-C729-2261B4DF0E62}"/>
              </a:ext>
            </a:extLst>
          </p:cNvPr>
          <p:cNvSpPr txBox="1"/>
          <p:nvPr/>
        </p:nvSpPr>
        <p:spPr>
          <a:xfrm>
            <a:off x="1877690" y="491227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Objetivos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AEBCC25-F5E0-62D2-9D16-512892EE6D35}"/>
              </a:ext>
            </a:extLst>
          </p:cNvPr>
          <p:cNvSpPr txBox="1"/>
          <p:nvPr/>
        </p:nvSpPr>
        <p:spPr>
          <a:xfrm>
            <a:off x="1104041" y="1636460"/>
            <a:ext cx="888768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dirty="0"/>
              <a:t>Utilizar operadores aritméticos, relacionais e lógicos.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dirty="0"/>
              <a:t>Converter dados recebidos do usuário.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dirty="0"/>
              <a:t>Criar decisões utilizando estruturas condicionais.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dirty="0"/>
              <a:t>Aplicar boas práticas de programação.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dirty="0"/>
              <a:t>Desenvolver um sistema de cálculo de média sistêmica utilizando HTML, CSS e </a:t>
            </a:r>
            <a:r>
              <a:rPr lang="pt-BR" sz="2400" dirty="0" err="1"/>
              <a:t>JavaScript</a:t>
            </a:r>
            <a:r>
              <a:rPr lang="pt-BR" sz="24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895385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26867-A314-62FF-F19C-5C3A69523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95A11ADA-35B4-DF2D-0559-ABF8E2FD6D23}"/>
              </a:ext>
            </a:extLst>
          </p:cNvPr>
          <p:cNvSpPr txBox="1"/>
          <p:nvPr/>
        </p:nvSpPr>
        <p:spPr>
          <a:xfrm>
            <a:off x="1461278" y="0"/>
            <a:ext cx="79883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dirty="0"/>
              <a:t>Introdução aos Operadores</a:t>
            </a:r>
            <a:endParaRPr lang="pt-BR" sz="5400" b="1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D868F54-E108-4F3B-3EE9-CCCABA1B3584}"/>
              </a:ext>
            </a:extLst>
          </p:cNvPr>
          <p:cNvSpPr txBox="1"/>
          <p:nvPr/>
        </p:nvSpPr>
        <p:spPr>
          <a:xfrm>
            <a:off x="845312" y="583628"/>
            <a:ext cx="9573208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Os operadores são símbolos que permitem realizar operações com valores e variáveis.</a:t>
            </a:r>
          </a:p>
          <a:p>
            <a:endParaRPr lang="pt-BR" b="1" dirty="0"/>
          </a:p>
          <a:p>
            <a:r>
              <a:rPr lang="pt-BR" b="1" dirty="0"/>
              <a:t>Operadores Aritméticos: </a:t>
            </a:r>
            <a:r>
              <a:rPr lang="pt-BR" dirty="0"/>
              <a:t>São utilizados para cálculos matemáticos.</a:t>
            </a:r>
          </a:p>
          <a:p>
            <a:endParaRPr lang="pt-BR" sz="2400" dirty="0"/>
          </a:p>
          <a:p>
            <a:r>
              <a:rPr lang="pt-BR" sz="2400" dirty="0"/>
              <a:t>+	Soma</a:t>
            </a:r>
          </a:p>
          <a:p>
            <a:r>
              <a:rPr lang="pt-BR" sz="2400" dirty="0"/>
              <a:t>-	Subtração	</a:t>
            </a:r>
          </a:p>
          <a:p>
            <a:r>
              <a:rPr lang="pt-BR" sz="2400" dirty="0"/>
              <a:t>*	Multiplicação	</a:t>
            </a:r>
          </a:p>
          <a:p>
            <a:r>
              <a:rPr lang="pt-BR" sz="2400" dirty="0"/>
              <a:t>/	Divisão</a:t>
            </a:r>
          </a:p>
          <a:p>
            <a:r>
              <a:rPr lang="pt-BR" sz="2400" dirty="0"/>
              <a:t>%	Resto da divisão</a:t>
            </a:r>
          </a:p>
          <a:p>
            <a:r>
              <a:rPr lang="pt-BR" sz="2400" dirty="0"/>
              <a:t>**	Potência </a:t>
            </a:r>
            <a:r>
              <a:rPr lang="pt-BR" sz="2400" dirty="0">
                <a:sym typeface="Wingdings" panose="05000000000000000000" pitchFamily="2" charset="2"/>
              </a:rPr>
              <a:t></a:t>
            </a:r>
            <a:r>
              <a:rPr lang="pt-BR" sz="2400" dirty="0"/>
              <a:t>	2 ** 3</a:t>
            </a:r>
          </a:p>
          <a:p>
            <a:endParaRPr lang="pt-BR" sz="2400" dirty="0"/>
          </a:p>
          <a:p>
            <a:r>
              <a:rPr lang="pt-BR" b="1" dirty="0"/>
              <a:t>Exemplo</a:t>
            </a:r>
            <a:endParaRPr lang="pt-BR" dirty="0"/>
          </a:p>
          <a:p>
            <a:r>
              <a:rPr lang="pt-BR" dirty="0" err="1"/>
              <a:t>let</a:t>
            </a:r>
            <a:r>
              <a:rPr lang="pt-BR" dirty="0"/>
              <a:t> a = 10;</a:t>
            </a:r>
            <a:br>
              <a:rPr lang="pt-BR" dirty="0"/>
            </a:br>
            <a:r>
              <a:rPr lang="pt-BR" dirty="0" err="1"/>
              <a:t>let</a:t>
            </a:r>
            <a:r>
              <a:rPr lang="pt-BR" dirty="0"/>
              <a:t> b = 5;</a:t>
            </a:r>
            <a:br>
              <a:rPr lang="pt-BR" dirty="0"/>
            </a:br>
            <a:br>
              <a:rPr lang="pt-BR" dirty="0"/>
            </a:br>
            <a:r>
              <a:rPr lang="pt-BR" dirty="0"/>
              <a:t>console.log(a + b);console.log(a - b);console.log(a * b);console.log(a / b);</a:t>
            </a:r>
          </a:p>
          <a:p>
            <a:endParaRPr lang="pt-BR" sz="2400" dirty="0"/>
          </a:p>
          <a:p>
            <a:endParaRPr lang="pt-BR" sz="24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379FA612-D6C0-0749-D830-D4A98F90E34B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379FA612-D6C0-0749-D830-D4A98F90E34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9493C2B7-204E-DDBC-A771-006F768D6BE7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9493C2B7-204E-DDBC-A771-006F768D6BE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521CB506-0BA8-4DE3-2415-DC3C3931DC34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521CB506-0BA8-4DE3-2415-DC3C3931DC3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47523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6883D-60A8-18CD-7108-083362DFE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8D5D0620-38F0-501F-135D-59140AF4EB91}"/>
              </a:ext>
            </a:extLst>
          </p:cNvPr>
          <p:cNvSpPr txBox="1"/>
          <p:nvPr/>
        </p:nvSpPr>
        <p:spPr>
          <a:xfrm>
            <a:off x="2254724" y="0"/>
            <a:ext cx="60975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dirty="0"/>
              <a:t>Conversão de Dados</a:t>
            </a:r>
            <a:endParaRPr lang="pt-BR" sz="7200" b="1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09A5D51-263A-053C-6C35-9B3B2A3A4C8C}"/>
              </a:ext>
            </a:extLst>
          </p:cNvPr>
          <p:cNvSpPr txBox="1"/>
          <p:nvPr/>
        </p:nvSpPr>
        <p:spPr>
          <a:xfrm>
            <a:off x="1069638" y="751344"/>
            <a:ext cx="8467726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Os valores digitados pelo usuário chegam como texto.</a:t>
            </a:r>
          </a:p>
          <a:p>
            <a:endParaRPr lang="pt-BR" dirty="0"/>
          </a:p>
          <a:p>
            <a:r>
              <a:rPr lang="pt-BR" b="1" dirty="0" err="1"/>
              <a:t>parseInt</a:t>
            </a:r>
            <a:r>
              <a:rPr lang="pt-BR" b="1" dirty="0"/>
              <a:t>() </a:t>
            </a:r>
            <a:r>
              <a:rPr lang="pt-BR" dirty="0">
                <a:sym typeface="Wingdings" panose="05000000000000000000" pitchFamily="2" charset="2"/>
              </a:rPr>
              <a:t> </a:t>
            </a:r>
            <a:r>
              <a:rPr lang="pt-BR" dirty="0"/>
              <a:t>Converte para inteiro. </a:t>
            </a:r>
          </a:p>
          <a:p>
            <a:r>
              <a:rPr lang="pt-BR" dirty="0" err="1"/>
              <a:t>let</a:t>
            </a:r>
            <a:r>
              <a:rPr lang="pt-BR" dirty="0"/>
              <a:t> idade = </a:t>
            </a:r>
            <a:r>
              <a:rPr lang="pt-BR" dirty="0" err="1"/>
              <a:t>parseInt</a:t>
            </a:r>
            <a:r>
              <a:rPr lang="pt-BR" dirty="0"/>
              <a:t>("25");</a:t>
            </a:r>
          </a:p>
          <a:p>
            <a:r>
              <a:rPr lang="pt-BR" dirty="0"/>
              <a:t>console.log(idade);</a:t>
            </a:r>
          </a:p>
          <a:p>
            <a:r>
              <a:rPr lang="pt-BR" dirty="0"/>
              <a:t>Resultado: 25</a:t>
            </a:r>
          </a:p>
          <a:p>
            <a:endParaRPr lang="pt-BR" dirty="0"/>
          </a:p>
          <a:p>
            <a:r>
              <a:rPr lang="pt-BR" b="1" dirty="0" err="1"/>
              <a:t>parseFloat</a:t>
            </a:r>
            <a:r>
              <a:rPr lang="pt-BR" b="1" dirty="0"/>
              <a:t>() </a:t>
            </a:r>
            <a:r>
              <a:rPr lang="pt-BR" b="1" dirty="0">
                <a:sym typeface="Wingdings" panose="05000000000000000000" pitchFamily="2" charset="2"/>
              </a:rPr>
              <a:t> </a:t>
            </a:r>
            <a:r>
              <a:rPr lang="pt-BR" dirty="0"/>
              <a:t>Converte para decimal.</a:t>
            </a:r>
          </a:p>
          <a:p>
            <a:r>
              <a:rPr lang="pt-BR" dirty="0" err="1"/>
              <a:t>let</a:t>
            </a:r>
            <a:r>
              <a:rPr lang="pt-BR" dirty="0"/>
              <a:t> nota = </a:t>
            </a:r>
            <a:r>
              <a:rPr lang="pt-BR" dirty="0" err="1"/>
              <a:t>parseFloat</a:t>
            </a:r>
            <a:r>
              <a:rPr lang="pt-BR" dirty="0"/>
              <a:t>("8.5");</a:t>
            </a:r>
          </a:p>
          <a:p>
            <a:r>
              <a:rPr lang="pt-BR" dirty="0"/>
              <a:t>Resultado: 8.5</a:t>
            </a:r>
          </a:p>
          <a:p>
            <a:endParaRPr lang="pt-BR" dirty="0"/>
          </a:p>
          <a:p>
            <a:r>
              <a:rPr lang="pt-BR" b="1" dirty="0" err="1"/>
              <a:t>Number</a:t>
            </a:r>
            <a:r>
              <a:rPr lang="pt-BR" b="1" dirty="0"/>
              <a:t>() </a:t>
            </a:r>
            <a:r>
              <a:rPr lang="pt-BR" b="1" dirty="0">
                <a:sym typeface="Wingdings" panose="05000000000000000000" pitchFamily="2" charset="2"/>
              </a:rPr>
              <a:t> </a:t>
            </a:r>
            <a:r>
              <a:rPr lang="pt-BR" dirty="0"/>
              <a:t>Converte automaticamente.</a:t>
            </a:r>
          </a:p>
          <a:p>
            <a:r>
              <a:rPr lang="pt-BR" dirty="0" err="1"/>
              <a:t>let</a:t>
            </a:r>
            <a:r>
              <a:rPr lang="pt-BR" dirty="0"/>
              <a:t> valor = </a:t>
            </a:r>
            <a:r>
              <a:rPr lang="pt-BR" dirty="0" err="1"/>
              <a:t>Number</a:t>
            </a:r>
            <a:r>
              <a:rPr lang="pt-BR" dirty="0"/>
              <a:t>("100");</a:t>
            </a:r>
          </a:p>
          <a:p>
            <a:r>
              <a:rPr lang="pt-BR" dirty="0"/>
              <a:t>Resultado: 100</a:t>
            </a:r>
          </a:p>
          <a:p>
            <a:endParaRPr lang="pt-BR" dirty="0"/>
          </a:p>
          <a:p>
            <a:r>
              <a:rPr lang="pt-BR" b="1" dirty="0"/>
              <a:t>Exemplo com Prompt</a:t>
            </a:r>
            <a:endParaRPr lang="pt-BR" dirty="0"/>
          </a:p>
          <a:p>
            <a:r>
              <a:rPr lang="pt-BR" dirty="0" err="1"/>
              <a:t>let</a:t>
            </a:r>
            <a:r>
              <a:rPr lang="pt-BR" dirty="0"/>
              <a:t> idade = </a:t>
            </a:r>
            <a:r>
              <a:rPr lang="pt-BR" dirty="0" err="1"/>
              <a:t>Number</a:t>
            </a:r>
            <a:r>
              <a:rPr lang="pt-BR" dirty="0"/>
              <a:t>(prompt("Digite sua idade"));</a:t>
            </a:r>
            <a:br>
              <a:rPr lang="pt-BR" dirty="0"/>
            </a:br>
            <a:r>
              <a:rPr lang="pt-BR" dirty="0"/>
              <a:t>console.log(idade);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90759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2AFB8-4422-F14A-909A-2A266746E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A503FCD3-0027-5C36-CDCD-96C4A077334C}"/>
              </a:ext>
            </a:extLst>
          </p:cNvPr>
          <p:cNvSpPr txBox="1"/>
          <p:nvPr/>
        </p:nvSpPr>
        <p:spPr>
          <a:xfrm>
            <a:off x="3313146" y="81653"/>
            <a:ext cx="60975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dirty="0"/>
              <a:t>Estrutura Condicional </a:t>
            </a:r>
            <a:r>
              <a:rPr lang="pt-BR" sz="2800" b="1" dirty="0" err="1"/>
              <a:t>if</a:t>
            </a:r>
            <a:r>
              <a:rPr lang="pt-BR" sz="2800" b="1" dirty="0"/>
              <a:t> </a:t>
            </a:r>
            <a:r>
              <a:rPr lang="pt-BR" sz="2800" b="1" dirty="0" err="1"/>
              <a:t>else</a:t>
            </a:r>
            <a:endParaRPr lang="pt-BR" sz="4400" b="1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B2CBD66-09A4-EA3D-1E60-760548D150D3}"/>
              </a:ext>
            </a:extLst>
          </p:cNvPr>
          <p:cNvSpPr txBox="1"/>
          <p:nvPr/>
        </p:nvSpPr>
        <p:spPr>
          <a:xfrm>
            <a:off x="1008096" y="630557"/>
            <a:ext cx="8516904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Executa uma ação se a condição for verdadeira.</a:t>
            </a:r>
          </a:p>
          <a:p>
            <a:r>
              <a:rPr lang="pt-BR" b="1" dirty="0"/>
              <a:t>Sintaxe</a:t>
            </a:r>
            <a:endParaRPr lang="pt-BR" dirty="0"/>
          </a:p>
          <a:p>
            <a:r>
              <a:rPr lang="pt-BR" dirty="0" err="1"/>
              <a:t>if</a:t>
            </a:r>
            <a:r>
              <a:rPr lang="pt-BR" dirty="0"/>
              <a:t>(</a:t>
            </a:r>
            <a:r>
              <a:rPr lang="pt-BR" dirty="0" err="1"/>
              <a:t>condicao</a:t>
            </a:r>
            <a:r>
              <a:rPr lang="pt-BR" dirty="0"/>
              <a:t>){</a:t>
            </a:r>
            <a:br>
              <a:rPr lang="pt-BR" dirty="0"/>
            </a:br>
            <a:r>
              <a:rPr lang="pt-BR" dirty="0"/>
              <a:t>   comandos</a:t>
            </a:r>
            <a:br>
              <a:rPr lang="pt-BR" dirty="0"/>
            </a:br>
            <a:r>
              <a:rPr lang="pt-BR" dirty="0"/>
              <a:t>}</a:t>
            </a:r>
          </a:p>
          <a:p>
            <a:endParaRPr lang="pt-BR" dirty="0"/>
          </a:p>
          <a:p>
            <a:r>
              <a:rPr lang="pt-BR" b="1" dirty="0"/>
              <a:t>Exemplo</a:t>
            </a:r>
            <a:endParaRPr lang="pt-BR" dirty="0"/>
          </a:p>
          <a:p>
            <a:r>
              <a:rPr lang="pt-BR" dirty="0" err="1"/>
              <a:t>let</a:t>
            </a:r>
            <a:r>
              <a:rPr lang="pt-BR" dirty="0"/>
              <a:t> nota = 7;</a:t>
            </a:r>
            <a:br>
              <a:rPr lang="pt-BR" dirty="0"/>
            </a:br>
            <a:br>
              <a:rPr lang="pt-BR" dirty="0"/>
            </a:br>
            <a:r>
              <a:rPr lang="pt-BR" dirty="0" err="1"/>
              <a:t>if</a:t>
            </a:r>
            <a:r>
              <a:rPr lang="pt-BR" dirty="0"/>
              <a:t>(nota &gt;= 9){</a:t>
            </a:r>
            <a:br>
              <a:rPr lang="pt-BR" dirty="0"/>
            </a:br>
            <a:r>
              <a:rPr lang="pt-BR" dirty="0"/>
              <a:t>    console.log("Excelente");</a:t>
            </a:r>
            <a:br>
              <a:rPr lang="pt-BR" dirty="0"/>
            </a:br>
            <a:r>
              <a:rPr lang="pt-BR" dirty="0"/>
              <a:t>}</a:t>
            </a:r>
            <a:br>
              <a:rPr lang="pt-BR" dirty="0"/>
            </a:br>
            <a:r>
              <a:rPr lang="pt-BR" dirty="0" err="1"/>
              <a:t>else</a:t>
            </a:r>
            <a:r>
              <a:rPr lang="pt-BR" dirty="0"/>
              <a:t> </a:t>
            </a:r>
            <a:r>
              <a:rPr lang="pt-BR" dirty="0" err="1"/>
              <a:t>if</a:t>
            </a:r>
            <a:r>
              <a:rPr lang="pt-BR" dirty="0"/>
              <a:t>(nota &gt;= 7){</a:t>
            </a:r>
            <a:br>
              <a:rPr lang="pt-BR" dirty="0"/>
            </a:br>
            <a:r>
              <a:rPr lang="pt-BR" dirty="0"/>
              <a:t>    console.log("Bom");</a:t>
            </a:r>
            <a:br>
              <a:rPr lang="pt-BR" dirty="0"/>
            </a:br>
            <a:r>
              <a:rPr lang="pt-BR" dirty="0"/>
              <a:t>}</a:t>
            </a:r>
            <a:br>
              <a:rPr lang="pt-BR" dirty="0"/>
            </a:br>
            <a:r>
              <a:rPr lang="pt-BR" dirty="0" err="1"/>
              <a:t>else</a:t>
            </a:r>
            <a:r>
              <a:rPr lang="pt-BR" dirty="0"/>
              <a:t> </a:t>
            </a:r>
            <a:r>
              <a:rPr lang="pt-BR" dirty="0" err="1"/>
              <a:t>if</a:t>
            </a:r>
            <a:r>
              <a:rPr lang="pt-BR" dirty="0"/>
              <a:t>(nota &gt;= 5){</a:t>
            </a:r>
            <a:br>
              <a:rPr lang="pt-BR" dirty="0"/>
            </a:br>
            <a:r>
              <a:rPr lang="pt-BR" dirty="0"/>
              <a:t>    console.log("Recuperação");</a:t>
            </a:r>
            <a:br>
              <a:rPr lang="pt-BR" dirty="0"/>
            </a:br>
            <a:r>
              <a:rPr lang="pt-BR" dirty="0"/>
              <a:t>}</a:t>
            </a:r>
            <a:br>
              <a:rPr lang="pt-BR" dirty="0"/>
            </a:br>
            <a:r>
              <a:rPr lang="pt-BR" dirty="0" err="1"/>
              <a:t>else</a:t>
            </a:r>
            <a:r>
              <a:rPr lang="pt-BR" dirty="0"/>
              <a:t>{</a:t>
            </a:r>
            <a:br>
              <a:rPr lang="pt-BR" dirty="0"/>
            </a:br>
            <a:r>
              <a:rPr lang="pt-BR" dirty="0"/>
              <a:t>    console.log("Reprovado");</a:t>
            </a:r>
            <a:br>
              <a:rPr lang="pt-BR" dirty="0"/>
            </a:br>
            <a:r>
              <a:rPr lang="pt-B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288573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3A512-9EC3-3758-F07E-86A1C924E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ADAD120C-5039-57AA-E401-918871F3442B}"/>
              </a:ext>
            </a:extLst>
          </p:cNvPr>
          <p:cNvSpPr txBox="1"/>
          <p:nvPr/>
        </p:nvSpPr>
        <p:spPr>
          <a:xfrm>
            <a:off x="2570196" y="0"/>
            <a:ext cx="6097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dirty="0"/>
              <a:t>Operador Ternário</a:t>
            </a:r>
            <a:endParaRPr lang="pt-BR" sz="4400" b="1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B581DEB-7260-00E9-7153-8A193003864C}"/>
              </a:ext>
            </a:extLst>
          </p:cNvPr>
          <p:cNvSpPr txBox="1"/>
          <p:nvPr/>
        </p:nvSpPr>
        <p:spPr>
          <a:xfrm>
            <a:off x="1286833" y="461665"/>
            <a:ext cx="7409492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Forma simplificada do </a:t>
            </a:r>
            <a:r>
              <a:rPr lang="pt-BR" dirty="0" err="1"/>
              <a:t>if</a:t>
            </a:r>
            <a:r>
              <a:rPr lang="pt-BR" dirty="0"/>
              <a:t>.</a:t>
            </a:r>
          </a:p>
          <a:p>
            <a:r>
              <a:rPr lang="pt-BR" b="1" dirty="0"/>
              <a:t>Sintaxe</a:t>
            </a:r>
            <a:endParaRPr lang="pt-BR" dirty="0"/>
          </a:p>
          <a:p>
            <a:r>
              <a:rPr lang="pt-BR" dirty="0" err="1"/>
              <a:t>condicao</a:t>
            </a:r>
            <a:r>
              <a:rPr lang="pt-BR" dirty="0"/>
              <a:t> ? valor1 : valor2</a:t>
            </a:r>
          </a:p>
          <a:p>
            <a:endParaRPr lang="pt-BR" sz="2000" dirty="0"/>
          </a:p>
          <a:p>
            <a:r>
              <a:rPr lang="pt-BR" sz="2000" b="1" dirty="0"/>
              <a:t>Exemplo</a:t>
            </a:r>
          </a:p>
          <a:p>
            <a:r>
              <a:rPr lang="pt-BR" sz="2000" dirty="0" err="1"/>
              <a:t>let</a:t>
            </a:r>
            <a:r>
              <a:rPr lang="pt-BR" sz="2000" dirty="0"/>
              <a:t> idade = 20;</a:t>
            </a:r>
          </a:p>
          <a:p>
            <a:endParaRPr lang="pt-BR" sz="2000" dirty="0"/>
          </a:p>
          <a:p>
            <a:r>
              <a:rPr lang="pt-BR" sz="2000" dirty="0" err="1"/>
              <a:t>let</a:t>
            </a:r>
            <a:r>
              <a:rPr lang="pt-BR" sz="2000" dirty="0"/>
              <a:t> resultado = idade &gt;= 18</a:t>
            </a:r>
          </a:p>
          <a:p>
            <a:r>
              <a:rPr lang="pt-BR" sz="2000" dirty="0"/>
              <a:t>    ? "Maior"</a:t>
            </a:r>
          </a:p>
          <a:p>
            <a:r>
              <a:rPr lang="pt-BR" sz="2000" dirty="0"/>
              <a:t>    : "Menor";</a:t>
            </a:r>
          </a:p>
          <a:p>
            <a:endParaRPr lang="pt-BR" sz="2000" dirty="0"/>
          </a:p>
          <a:p>
            <a:r>
              <a:rPr lang="pt-BR" sz="2000" dirty="0"/>
              <a:t>console.log(resultado);</a:t>
            </a:r>
          </a:p>
          <a:p>
            <a:endParaRPr lang="pt-BR" sz="20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5872540-3509-8B1A-368D-92B172C0336B}"/>
              </a:ext>
            </a:extLst>
          </p:cNvPr>
          <p:cNvSpPr txBox="1"/>
          <p:nvPr/>
        </p:nvSpPr>
        <p:spPr>
          <a:xfrm>
            <a:off x="2598771" y="4365010"/>
            <a:ext cx="6097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dirty="0"/>
              <a:t>Data/Hora</a:t>
            </a:r>
            <a:endParaRPr lang="pt-BR" sz="4400" b="1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1202E42-82E7-AB9B-DF87-2F017FCF2DA8}"/>
              </a:ext>
            </a:extLst>
          </p:cNvPr>
          <p:cNvSpPr txBox="1"/>
          <p:nvPr/>
        </p:nvSpPr>
        <p:spPr>
          <a:xfrm>
            <a:off x="895038" y="4826675"/>
            <a:ext cx="108778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let</a:t>
            </a:r>
            <a:r>
              <a:rPr lang="pt-BR" dirty="0"/>
              <a:t> agora = new Date();</a:t>
            </a:r>
          </a:p>
          <a:p>
            <a:r>
              <a:rPr lang="pt-BR" dirty="0" err="1"/>
              <a:t>let</a:t>
            </a:r>
            <a:r>
              <a:rPr lang="pt-BR" dirty="0"/>
              <a:t> </a:t>
            </a:r>
            <a:r>
              <a:rPr lang="pt-BR" dirty="0" err="1"/>
              <a:t>dataHora</a:t>
            </a:r>
            <a:r>
              <a:rPr lang="pt-BR" dirty="0"/>
              <a:t> =  </a:t>
            </a:r>
            <a:r>
              <a:rPr lang="pt-BR" dirty="0" err="1"/>
              <a:t>agora.toLocaleDateString</a:t>
            </a:r>
            <a:r>
              <a:rPr lang="pt-BR" dirty="0"/>
              <a:t>("</a:t>
            </a:r>
            <a:r>
              <a:rPr lang="pt-BR" dirty="0" err="1"/>
              <a:t>pt</a:t>
            </a:r>
            <a:r>
              <a:rPr lang="pt-BR" dirty="0"/>
              <a:t>-BR") + " " +  </a:t>
            </a:r>
            <a:r>
              <a:rPr lang="pt-BR" dirty="0" err="1"/>
              <a:t>agora.toLocaleTimeString</a:t>
            </a:r>
            <a:r>
              <a:rPr lang="pt-BR" dirty="0"/>
              <a:t>("</a:t>
            </a:r>
            <a:r>
              <a:rPr lang="pt-BR" dirty="0" err="1"/>
              <a:t>pt</a:t>
            </a:r>
            <a:r>
              <a:rPr lang="pt-BR" dirty="0"/>
              <a:t>-BR");</a:t>
            </a:r>
          </a:p>
          <a:p>
            <a:r>
              <a:rPr lang="pt-BR" dirty="0"/>
              <a:t>${</a:t>
            </a:r>
            <a:r>
              <a:rPr lang="pt-BR" dirty="0" err="1"/>
              <a:t>dataHora</a:t>
            </a:r>
            <a:r>
              <a:rPr lang="pt-BR" dirty="0"/>
              <a:t>} </a:t>
            </a:r>
            <a:r>
              <a:rPr lang="pt-BR" dirty="0">
                <a:sym typeface="Wingdings" panose="05000000000000000000" pitchFamily="2" charset="2"/>
              </a:rPr>
              <a:t> Exibe a data e hora concatenada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739791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6F6FC-BFE7-5E7F-854D-A66B9B01A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D3F4009D-8E92-141B-9AED-EC5000BE0CB0}"/>
              </a:ext>
            </a:extLst>
          </p:cNvPr>
          <p:cNvSpPr txBox="1"/>
          <p:nvPr/>
        </p:nvSpPr>
        <p:spPr>
          <a:xfrm>
            <a:off x="2198707" y="229200"/>
            <a:ext cx="60975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dirty="0"/>
              <a:t>Projeto Completo – HTML/CSS/JS</a:t>
            </a:r>
            <a:endParaRPr lang="pt-BR" sz="28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5CA390C-A0DE-E0EE-9B09-9B76DD559A77}"/>
              </a:ext>
            </a:extLst>
          </p:cNvPr>
          <p:cNvSpPr txBox="1"/>
          <p:nvPr/>
        </p:nvSpPr>
        <p:spPr>
          <a:xfrm>
            <a:off x="1360538" y="1366897"/>
            <a:ext cx="430679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/>
              <a:t>Estrutura</a:t>
            </a:r>
            <a:endParaRPr lang="pt-BR" sz="3200" dirty="0"/>
          </a:p>
          <a:p>
            <a:r>
              <a:rPr lang="en-US" sz="3200" dirty="0"/>
              <a:t>├</a:t>
            </a:r>
            <a:r>
              <a:rPr lang="pt-BR" sz="3200" dirty="0"/>
              <a:t> aula02.html</a:t>
            </a:r>
            <a:br>
              <a:rPr lang="pt-BR" sz="3200" dirty="0"/>
            </a:br>
            <a:r>
              <a:rPr lang="en-US" sz="3200" dirty="0"/>
              <a:t>├</a:t>
            </a:r>
            <a:r>
              <a:rPr lang="pt-BR" sz="3200" dirty="0"/>
              <a:t> aula02.css</a:t>
            </a:r>
            <a:br>
              <a:rPr lang="pt-BR" sz="3200" dirty="0"/>
            </a:br>
            <a:r>
              <a:rPr lang="pt-BR" sz="3200" dirty="0"/>
              <a:t>└ aula02.js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0D5CD13-E75C-63F2-44F9-298CFAF9B6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6623" y="895201"/>
            <a:ext cx="4648603" cy="3429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361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9D7763E-7987-8A10-12F5-F9FD195FA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AD03DE11-D69B-A245-6366-DBBC73ED6C8A}"/>
              </a:ext>
            </a:extLst>
          </p:cNvPr>
          <p:cNvSpPr txBox="1"/>
          <p:nvPr/>
        </p:nvSpPr>
        <p:spPr>
          <a:xfrm>
            <a:off x="52107" y="72762"/>
            <a:ext cx="5357176" cy="47089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aula02.html</a:t>
            </a:r>
            <a:endParaRPr lang="pt-BR" sz="2800" b="1" dirty="0"/>
          </a:p>
          <a:p>
            <a:r>
              <a:rPr lang="pt-BR" sz="1300" dirty="0"/>
              <a:t>&lt;!DOCTYPE </a:t>
            </a:r>
            <a:r>
              <a:rPr lang="pt-BR" sz="1300" dirty="0" err="1"/>
              <a:t>html</a:t>
            </a:r>
            <a:r>
              <a:rPr lang="pt-BR" sz="1300" dirty="0"/>
              <a:t>&gt;</a:t>
            </a:r>
          </a:p>
          <a:p>
            <a:r>
              <a:rPr lang="pt-BR" sz="1300" dirty="0"/>
              <a:t>&lt;</a:t>
            </a:r>
            <a:r>
              <a:rPr lang="pt-BR" sz="1300" dirty="0" err="1"/>
              <a:t>html</a:t>
            </a:r>
            <a:r>
              <a:rPr lang="pt-BR" sz="1300" dirty="0"/>
              <a:t> </a:t>
            </a:r>
            <a:r>
              <a:rPr lang="pt-BR" sz="1300" dirty="0" err="1"/>
              <a:t>lang</a:t>
            </a:r>
            <a:r>
              <a:rPr lang="pt-BR" sz="1300" dirty="0"/>
              <a:t>="</a:t>
            </a:r>
            <a:r>
              <a:rPr lang="pt-BR" sz="1300" dirty="0" err="1"/>
              <a:t>pt-br</a:t>
            </a:r>
            <a:r>
              <a:rPr lang="pt-BR" sz="1300" dirty="0"/>
              <a:t>"&gt;</a:t>
            </a:r>
          </a:p>
          <a:p>
            <a:r>
              <a:rPr lang="pt-BR" sz="1300" dirty="0"/>
              <a:t>&lt;</a:t>
            </a:r>
            <a:r>
              <a:rPr lang="pt-BR" sz="1300" dirty="0" err="1"/>
              <a:t>head</a:t>
            </a:r>
            <a:r>
              <a:rPr lang="pt-BR" sz="1300" dirty="0"/>
              <a:t>&gt;</a:t>
            </a:r>
          </a:p>
          <a:p>
            <a:r>
              <a:rPr lang="pt-BR" sz="1300" dirty="0"/>
              <a:t>    &lt;meta </a:t>
            </a:r>
            <a:r>
              <a:rPr lang="pt-BR" sz="1300" dirty="0" err="1"/>
              <a:t>charset</a:t>
            </a:r>
            <a:r>
              <a:rPr lang="pt-BR" sz="1300" dirty="0"/>
              <a:t>="UTF-8"&gt;</a:t>
            </a:r>
          </a:p>
          <a:p>
            <a:r>
              <a:rPr lang="pt-BR" sz="1300" dirty="0"/>
              <a:t>    &lt;meta </a:t>
            </a:r>
            <a:r>
              <a:rPr lang="pt-BR" sz="1300" dirty="0" err="1"/>
              <a:t>name</a:t>
            </a:r>
            <a:r>
              <a:rPr lang="pt-BR" sz="1300" dirty="0"/>
              <a:t>="</a:t>
            </a:r>
            <a:r>
              <a:rPr lang="pt-BR" sz="1300" dirty="0" err="1"/>
              <a:t>viewport</a:t>
            </a:r>
            <a:r>
              <a:rPr lang="pt-BR" sz="1300" dirty="0"/>
              <a:t>" </a:t>
            </a:r>
            <a:r>
              <a:rPr lang="pt-BR" sz="1300" dirty="0" err="1"/>
              <a:t>content</a:t>
            </a:r>
            <a:r>
              <a:rPr lang="pt-BR" sz="1300" dirty="0"/>
              <a:t>="</a:t>
            </a:r>
            <a:r>
              <a:rPr lang="pt-BR" sz="1300" dirty="0" err="1"/>
              <a:t>width</a:t>
            </a:r>
            <a:r>
              <a:rPr lang="pt-BR" sz="1300" dirty="0"/>
              <a:t>=device-</a:t>
            </a:r>
            <a:r>
              <a:rPr lang="pt-BR" sz="1300" dirty="0" err="1"/>
              <a:t>width</a:t>
            </a:r>
            <a:r>
              <a:rPr lang="pt-BR" sz="1300" dirty="0"/>
              <a:t>, </a:t>
            </a:r>
            <a:r>
              <a:rPr lang="pt-BR" sz="1300" dirty="0" err="1"/>
              <a:t>initial-scale</a:t>
            </a:r>
            <a:r>
              <a:rPr lang="pt-BR" sz="1300" dirty="0"/>
              <a:t>=1.0"&gt;</a:t>
            </a:r>
          </a:p>
          <a:p>
            <a:r>
              <a:rPr lang="pt-BR" sz="1300" dirty="0"/>
              <a:t>    &lt;</a:t>
            </a:r>
            <a:r>
              <a:rPr lang="pt-BR" sz="1300" dirty="0" err="1"/>
              <a:t>title</a:t>
            </a:r>
            <a:r>
              <a:rPr lang="pt-BR" sz="1300" dirty="0"/>
              <a:t>&gt;Sistema de Médias&lt;/</a:t>
            </a:r>
            <a:r>
              <a:rPr lang="pt-BR" sz="1300" dirty="0" err="1"/>
              <a:t>title</a:t>
            </a:r>
            <a:r>
              <a:rPr lang="pt-BR" sz="1300" dirty="0"/>
              <a:t>&gt;</a:t>
            </a:r>
          </a:p>
          <a:p>
            <a:r>
              <a:rPr lang="pt-BR" sz="1300" dirty="0"/>
              <a:t>    &lt;link </a:t>
            </a:r>
            <a:r>
              <a:rPr lang="pt-BR" sz="1300" dirty="0" err="1"/>
              <a:t>rel</a:t>
            </a:r>
            <a:r>
              <a:rPr lang="pt-BR" sz="1300" dirty="0"/>
              <a:t>="</a:t>
            </a:r>
            <a:r>
              <a:rPr lang="pt-BR" sz="1300" dirty="0" err="1"/>
              <a:t>stylesheet</a:t>
            </a:r>
            <a:r>
              <a:rPr lang="pt-BR" sz="1300" dirty="0"/>
              <a:t>" </a:t>
            </a:r>
            <a:r>
              <a:rPr lang="pt-BR" sz="1300" dirty="0" err="1"/>
              <a:t>href</a:t>
            </a:r>
            <a:r>
              <a:rPr lang="pt-BR" sz="1300" dirty="0"/>
              <a:t>="estilo02.css"&gt;</a:t>
            </a:r>
          </a:p>
          <a:p>
            <a:r>
              <a:rPr lang="pt-BR" sz="1300" dirty="0"/>
              <a:t>&lt;/</a:t>
            </a:r>
            <a:r>
              <a:rPr lang="pt-BR" sz="1300" dirty="0" err="1"/>
              <a:t>head</a:t>
            </a:r>
            <a:r>
              <a:rPr lang="pt-BR" sz="1300" dirty="0"/>
              <a:t>&gt;</a:t>
            </a:r>
          </a:p>
          <a:p>
            <a:r>
              <a:rPr lang="pt-BR" sz="1300" dirty="0"/>
              <a:t>&lt;body&gt;</a:t>
            </a:r>
          </a:p>
          <a:p>
            <a:r>
              <a:rPr lang="pt-BR" sz="1300" dirty="0"/>
              <a:t>    &lt;</a:t>
            </a:r>
            <a:r>
              <a:rPr lang="pt-BR" sz="1300" dirty="0" err="1"/>
              <a:t>div</a:t>
            </a:r>
            <a:r>
              <a:rPr lang="pt-BR" sz="1300" dirty="0"/>
              <a:t> </a:t>
            </a:r>
            <a:r>
              <a:rPr lang="pt-BR" sz="1300" dirty="0" err="1"/>
              <a:t>class</a:t>
            </a:r>
            <a:r>
              <a:rPr lang="pt-BR" sz="1300" dirty="0"/>
              <a:t>="container"&gt;</a:t>
            </a:r>
          </a:p>
          <a:p>
            <a:r>
              <a:rPr lang="pt-BR" sz="1300" dirty="0"/>
              <a:t>        &lt;h1&gt;Sistema de Médias&lt;/h1&gt;</a:t>
            </a:r>
          </a:p>
          <a:p>
            <a:r>
              <a:rPr lang="pt-BR" sz="1300" dirty="0"/>
              <a:t>        &lt;</a:t>
            </a:r>
            <a:r>
              <a:rPr lang="pt-BR" sz="1300" dirty="0" err="1"/>
              <a:t>label</a:t>
            </a:r>
            <a:r>
              <a:rPr lang="pt-BR" sz="1300" dirty="0"/>
              <a:t>&gt;Valor 1&lt;/</a:t>
            </a:r>
            <a:r>
              <a:rPr lang="pt-BR" sz="1300" dirty="0" err="1"/>
              <a:t>label</a:t>
            </a:r>
            <a:r>
              <a:rPr lang="pt-BR" sz="1300" dirty="0"/>
              <a:t>&gt;</a:t>
            </a:r>
          </a:p>
          <a:p>
            <a:r>
              <a:rPr lang="pt-BR" sz="1300" dirty="0"/>
              <a:t>        &lt;input </a:t>
            </a:r>
            <a:r>
              <a:rPr lang="pt-BR" sz="1300" dirty="0" err="1"/>
              <a:t>type</a:t>
            </a:r>
            <a:r>
              <a:rPr lang="pt-BR" sz="1300" dirty="0"/>
              <a:t>="</a:t>
            </a:r>
            <a:r>
              <a:rPr lang="pt-BR" sz="1300" dirty="0" err="1"/>
              <a:t>number</a:t>
            </a:r>
            <a:r>
              <a:rPr lang="pt-BR" sz="1300" dirty="0"/>
              <a:t>" id="valor1"&gt;</a:t>
            </a:r>
          </a:p>
          <a:p>
            <a:r>
              <a:rPr lang="pt-BR" sz="1300" dirty="0"/>
              <a:t>        &lt;</a:t>
            </a:r>
            <a:r>
              <a:rPr lang="pt-BR" sz="1300" dirty="0" err="1"/>
              <a:t>label</a:t>
            </a:r>
            <a:r>
              <a:rPr lang="pt-BR" sz="1300" dirty="0"/>
              <a:t>&gt;Valor 2&lt;/</a:t>
            </a:r>
            <a:r>
              <a:rPr lang="pt-BR" sz="1300" dirty="0" err="1"/>
              <a:t>label</a:t>
            </a:r>
            <a:r>
              <a:rPr lang="pt-BR" sz="1300" dirty="0"/>
              <a:t>&gt;</a:t>
            </a:r>
          </a:p>
          <a:p>
            <a:r>
              <a:rPr lang="pt-BR" sz="1300" dirty="0"/>
              <a:t>        &lt;input </a:t>
            </a:r>
            <a:r>
              <a:rPr lang="pt-BR" sz="1300" dirty="0" err="1"/>
              <a:t>type</a:t>
            </a:r>
            <a:r>
              <a:rPr lang="pt-BR" sz="1300" dirty="0"/>
              <a:t>="</a:t>
            </a:r>
            <a:r>
              <a:rPr lang="pt-BR" sz="1300" dirty="0" err="1"/>
              <a:t>number</a:t>
            </a:r>
            <a:r>
              <a:rPr lang="pt-BR" sz="1300" dirty="0"/>
              <a:t>" id="valor2"&gt;</a:t>
            </a:r>
          </a:p>
          <a:p>
            <a:r>
              <a:rPr lang="pt-BR" sz="1300" dirty="0"/>
              <a:t>        &lt;</a:t>
            </a:r>
            <a:r>
              <a:rPr lang="pt-BR" sz="1300" dirty="0" err="1"/>
              <a:t>button</a:t>
            </a:r>
            <a:r>
              <a:rPr lang="pt-BR" sz="1300" dirty="0"/>
              <a:t> </a:t>
            </a:r>
            <a:r>
              <a:rPr lang="pt-BR" sz="1300" dirty="0" err="1"/>
              <a:t>onclick</a:t>
            </a:r>
            <a:r>
              <a:rPr lang="pt-BR" sz="1300" dirty="0"/>
              <a:t>="</a:t>
            </a:r>
            <a:r>
              <a:rPr lang="pt-BR" sz="1300" dirty="0" err="1"/>
              <a:t>calcularMedia</a:t>
            </a:r>
            <a:r>
              <a:rPr lang="pt-BR" sz="1300" dirty="0"/>
              <a:t>()"&gt;  Calcular Média  &lt;/</a:t>
            </a:r>
            <a:r>
              <a:rPr lang="pt-BR" sz="1300" dirty="0" err="1"/>
              <a:t>button</a:t>
            </a:r>
            <a:r>
              <a:rPr lang="pt-BR" sz="1300" dirty="0"/>
              <a:t>&gt;</a:t>
            </a:r>
          </a:p>
          <a:p>
            <a:r>
              <a:rPr lang="pt-BR" sz="1300" dirty="0"/>
              <a:t>        &lt;</a:t>
            </a:r>
            <a:r>
              <a:rPr lang="pt-BR" sz="1300" dirty="0" err="1"/>
              <a:t>div</a:t>
            </a:r>
            <a:r>
              <a:rPr lang="pt-BR" sz="1300" dirty="0"/>
              <a:t> id="resultado"&gt;&lt;/</a:t>
            </a:r>
            <a:r>
              <a:rPr lang="pt-BR" sz="1300" dirty="0" err="1"/>
              <a:t>div</a:t>
            </a:r>
            <a:r>
              <a:rPr lang="pt-BR" sz="1300" dirty="0"/>
              <a:t>&gt;</a:t>
            </a:r>
          </a:p>
          <a:p>
            <a:r>
              <a:rPr lang="pt-BR" sz="1300" dirty="0"/>
              <a:t>    &lt;/</a:t>
            </a:r>
            <a:r>
              <a:rPr lang="pt-BR" sz="1300" dirty="0" err="1"/>
              <a:t>div</a:t>
            </a:r>
            <a:r>
              <a:rPr lang="pt-BR" sz="1300" dirty="0"/>
              <a:t>&gt;</a:t>
            </a:r>
          </a:p>
          <a:p>
            <a:r>
              <a:rPr lang="pt-BR" sz="1300" dirty="0"/>
              <a:t>    &lt;script </a:t>
            </a:r>
            <a:r>
              <a:rPr lang="pt-BR" sz="1300" dirty="0" err="1"/>
              <a:t>src</a:t>
            </a:r>
            <a:r>
              <a:rPr lang="pt-BR" sz="1300" dirty="0"/>
              <a:t>="aula02.js"&gt;&lt;/script&gt;</a:t>
            </a:r>
          </a:p>
          <a:p>
            <a:r>
              <a:rPr lang="pt-BR" sz="1300" dirty="0"/>
              <a:t>&lt;/body&gt;</a:t>
            </a:r>
          </a:p>
          <a:p>
            <a:r>
              <a:rPr lang="pt-BR" sz="1300" dirty="0"/>
              <a:t>&lt;/</a:t>
            </a:r>
            <a:r>
              <a:rPr lang="pt-BR" sz="1300" dirty="0" err="1"/>
              <a:t>html</a:t>
            </a:r>
            <a:r>
              <a:rPr lang="pt-BR" sz="1300" dirty="0"/>
              <a:t>&gt;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1F923D94-C948-DC39-43E1-7B284C0ECB60}"/>
              </a:ext>
            </a:extLst>
          </p:cNvPr>
          <p:cNvSpPr txBox="1"/>
          <p:nvPr/>
        </p:nvSpPr>
        <p:spPr>
          <a:xfrm>
            <a:off x="5487666" y="74235"/>
            <a:ext cx="2543634" cy="67095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aula02.css</a:t>
            </a:r>
            <a:endParaRPr lang="pt-BR" sz="9600" b="1" dirty="0"/>
          </a:p>
          <a:p>
            <a:r>
              <a:rPr lang="pt-BR" sz="1300" dirty="0"/>
              <a:t>body{</a:t>
            </a:r>
          </a:p>
          <a:p>
            <a:r>
              <a:rPr lang="pt-BR" sz="1300" dirty="0"/>
              <a:t>    </a:t>
            </a:r>
            <a:r>
              <a:rPr lang="pt-BR" sz="1300" dirty="0" err="1"/>
              <a:t>font-family</a:t>
            </a:r>
            <a:r>
              <a:rPr lang="pt-BR" sz="1300" dirty="0"/>
              <a:t>: Arial, </a:t>
            </a:r>
            <a:r>
              <a:rPr lang="pt-BR" sz="1300" dirty="0" err="1"/>
              <a:t>sans-serif</a:t>
            </a:r>
            <a:r>
              <a:rPr lang="pt-BR" sz="1300" dirty="0"/>
              <a:t>;</a:t>
            </a:r>
          </a:p>
          <a:p>
            <a:r>
              <a:rPr lang="pt-BR" sz="1300" dirty="0"/>
              <a:t>    background:#f4f4f4;</a:t>
            </a:r>
          </a:p>
          <a:p>
            <a:r>
              <a:rPr lang="pt-BR" sz="1300" dirty="0"/>
              <a:t>}</a:t>
            </a:r>
          </a:p>
          <a:p>
            <a:r>
              <a:rPr lang="pt-BR" sz="1300" dirty="0"/>
              <a:t>.container{</a:t>
            </a:r>
          </a:p>
          <a:p>
            <a:r>
              <a:rPr lang="pt-BR" sz="1300" dirty="0"/>
              <a:t>    width:400px;</a:t>
            </a:r>
          </a:p>
          <a:p>
            <a:r>
              <a:rPr lang="pt-BR" sz="1300" dirty="0"/>
              <a:t>    margin:50px auto;</a:t>
            </a:r>
          </a:p>
          <a:p>
            <a:r>
              <a:rPr lang="pt-BR" sz="1300" dirty="0"/>
              <a:t>    </a:t>
            </a:r>
            <a:r>
              <a:rPr lang="pt-BR" sz="1300" dirty="0" err="1"/>
              <a:t>background:white</a:t>
            </a:r>
            <a:r>
              <a:rPr lang="pt-BR" sz="1300" dirty="0"/>
              <a:t>;</a:t>
            </a:r>
          </a:p>
          <a:p>
            <a:r>
              <a:rPr lang="pt-BR" sz="1300" dirty="0"/>
              <a:t>    padding:20px;</a:t>
            </a:r>
          </a:p>
          <a:p>
            <a:r>
              <a:rPr lang="pt-BR" sz="1300" dirty="0"/>
              <a:t>    border-radius:10px;</a:t>
            </a:r>
          </a:p>
          <a:p>
            <a:r>
              <a:rPr lang="pt-BR" sz="1300" dirty="0"/>
              <a:t>    box-shadow:0 0 10px #ccc;</a:t>
            </a:r>
          </a:p>
          <a:p>
            <a:r>
              <a:rPr lang="pt-BR" sz="1300" dirty="0"/>
              <a:t>}</a:t>
            </a:r>
          </a:p>
          <a:p>
            <a:r>
              <a:rPr lang="pt-BR" sz="1300" dirty="0"/>
              <a:t>h1{</a:t>
            </a:r>
          </a:p>
          <a:p>
            <a:r>
              <a:rPr lang="pt-BR" sz="1300" dirty="0"/>
              <a:t>    </a:t>
            </a:r>
            <a:r>
              <a:rPr lang="pt-BR" sz="1300" dirty="0" err="1"/>
              <a:t>text-align:center</a:t>
            </a:r>
            <a:r>
              <a:rPr lang="pt-BR" sz="1300" dirty="0"/>
              <a:t>;</a:t>
            </a:r>
          </a:p>
          <a:p>
            <a:r>
              <a:rPr lang="pt-BR" sz="1300" dirty="0"/>
              <a:t>}</a:t>
            </a:r>
          </a:p>
          <a:p>
            <a:r>
              <a:rPr lang="pt-BR" sz="1300" dirty="0"/>
              <a:t>input{</a:t>
            </a:r>
          </a:p>
          <a:p>
            <a:r>
              <a:rPr lang="pt-BR" sz="1300" dirty="0"/>
              <a:t>    width:100%;</a:t>
            </a:r>
          </a:p>
          <a:p>
            <a:r>
              <a:rPr lang="pt-BR" sz="1300" dirty="0"/>
              <a:t>    padding:10px;</a:t>
            </a:r>
          </a:p>
          <a:p>
            <a:r>
              <a:rPr lang="pt-BR" sz="1300" dirty="0"/>
              <a:t>    margin-bottom:15px;</a:t>
            </a:r>
          </a:p>
          <a:p>
            <a:r>
              <a:rPr lang="pt-BR" sz="1300" dirty="0"/>
              <a:t>}</a:t>
            </a:r>
          </a:p>
          <a:p>
            <a:r>
              <a:rPr lang="pt-BR" sz="1300" dirty="0" err="1"/>
              <a:t>button</a:t>
            </a:r>
            <a:r>
              <a:rPr lang="pt-BR" sz="1300" dirty="0"/>
              <a:t>{</a:t>
            </a:r>
          </a:p>
          <a:p>
            <a:r>
              <a:rPr lang="pt-BR" sz="1300" dirty="0"/>
              <a:t>    width:100%;</a:t>
            </a:r>
          </a:p>
          <a:p>
            <a:r>
              <a:rPr lang="pt-BR" sz="1300" dirty="0"/>
              <a:t>    padding:10px;</a:t>
            </a:r>
          </a:p>
          <a:p>
            <a:r>
              <a:rPr lang="pt-BR" sz="1300" dirty="0"/>
              <a:t>    </a:t>
            </a:r>
            <a:r>
              <a:rPr lang="pt-BR" sz="1300" dirty="0" err="1"/>
              <a:t>cursor:pointer</a:t>
            </a:r>
            <a:r>
              <a:rPr lang="pt-BR" sz="1300" dirty="0"/>
              <a:t>;</a:t>
            </a:r>
          </a:p>
          <a:p>
            <a:r>
              <a:rPr lang="pt-BR" sz="1300" dirty="0"/>
              <a:t>}</a:t>
            </a:r>
          </a:p>
          <a:p>
            <a:r>
              <a:rPr lang="pt-BR" sz="1300" dirty="0"/>
              <a:t>#resultado{</a:t>
            </a:r>
          </a:p>
          <a:p>
            <a:r>
              <a:rPr lang="pt-BR" sz="1300" dirty="0"/>
              <a:t>    margin-top:20px;</a:t>
            </a:r>
          </a:p>
          <a:p>
            <a:r>
              <a:rPr lang="pt-BR" sz="1300" dirty="0"/>
              <a:t>    font-size:20px;</a:t>
            </a:r>
          </a:p>
          <a:p>
            <a:r>
              <a:rPr lang="pt-BR" sz="1300" dirty="0"/>
              <a:t>    </a:t>
            </a:r>
            <a:r>
              <a:rPr lang="pt-BR" sz="1300" dirty="0" err="1"/>
              <a:t>font-weight:bold</a:t>
            </a:r>
            <a:r>
              <a:rPr lang="pt-BR" sz="1300" dirty="0"/>
              <a:t>;</a:t>
            </a:r>
          </a:p>
          <a:p>
            <a:r>
              <a:rPr lang="pt-BR" sz="1300" dirty="0"/>
              <a:t>    </a:t>
            </a:r>
            <a:r>
              <a:rPr lang="pt-BR" sz="1300" dirty="0" err="1"/>
              <a:t>text-align:center</a:t>
            </a:r>
            <a:r>
              <a:rPr lang="pt-BR" sz="1300" dirty="0"/>
              <a:t>;</a:t>
            </a:r>
          </a:p>
          <a:p>
            <a:r>
              <a:rPr lang="pt-BR" sz="1300" dirty="0"/>
              <a:t>}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74E2654-A05E-4B59-E28E-035ABA9F44FD}"/>
              </a:ext>
            </a:extLst>
          </p:cNvPr>
          <p:cNvSpPr txBox="1"/>
          <p:nvPr/>
        </p:nvSpPr>
        <p:spPr>
          <a:xfrm>
            <a:off x="8109683" y="72762"/>
            <a:ext cx="3887686" cy="54476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aula02.js</a:t>
            </a:r>
            <a:endParaRPr lang="pt-BR" sz="1200" b="1" dirty="0"/>
          </a:p>
          <a:p>
            <a:r>
              <a:rPr lang="pt-BR" sz="1200" dirty="0" err="1"/>
              <a:t>function</a:t>
            </a:r>
            <a:r>
              <a:rPr lang="pt-BR" sz="1200" dirty="0"/>
              <a:t> </a:t>
            </a:r>
            <a:r>
              <a:rPr lang="pt-BR" sz="1200" dirty="0" err="1"/>
              <a:t>calcularMedia</a:t>
            </a:r>
            <a:r>
              <a:rPr lang="pt-BR" sz="1200" dirty="0"/>
              <a:t>(){</a:t>
            </a:r>
          </a:p>
          <a:p>
            <a:r>
              <a:rPr lang="pt-BR" sz="1200" dirty="0"/>
              <a:t>    // Obtém valores digitados</a:t>
            </a:r>
          </a:p>
          <a:p>
            <a:r>
              <a:rPr lang="pt-BR" sz="1200" dirty="0"/>
              <a:t>    </a:t>
            </a:r>
            <a:r>
              <a:rPr lang="pt-BR" sz="1200" dirty="0" err="1"/>
              <a:t>let</a:t>
            </a:r>
            <a:r>
              <a:rPr lang="pt-BR" sz="1200" dirty="0"/>
              <a:t> valor1 = </a:t>
            </a:r>
            <a:r>
              <a:rPr lang="pt-BR" sz="1200" dirty="0" err="1"/>
              <a:t>Number</a:t>
            </a:r>
            <a:r>
              <a:rPr lang="pt-BR" sz="1200" dirty="0"/>
              <a:t>(</a:t>
            </a:r>
            <a:r>
              <a:rPr lang="pt-BR" sz="1200" dirty="0" err="1"/>
              <a:t>document.getElementById</a:t>
            </a:r>
            <a:r>
              <a:rPr lang="pt-BR" sz="1200" dirty="0"/>
              <a:t>("valor1").</a:t>
            </a:r>
            <a:r>
              <a:rPr lang="pt-BR" sz="1200" dirty="0" err="1"/>
              <a:t>value</a:t>
            </a:r>
            <a:r>
              <a:rPr lang="pt-BR" sz="1200" dirty="0"/>
              <a:t>);</a:t>
            </a:r>
          </a:p>
          <a:p>
            <a:r>
              <a:rPr lang="pt-BR" sz="1200" dirty="0"/>
              <a:t>    </a:t>
            </a:r>
            <a:r>
              <a:rPr lang="pt-BR" sz="1200" dirty="0" err="1"/>
              <a:t>let</a:t>
            </a:r>
            <a:r>
              <a:rPr lang="pt-BR" sz="1200" dirty="0"/>
              <a:t> valor2 = </a:t>
            </a:r>
            <a:r>
              <a:rPr lang="pt-BR" sz="1200" dirty="0" err="1"/>
              <a:t>Number</a:t>
            </a:r>
            <a:r>
              <a:rPr lang="pt-BR" sz="1200" dirty="0"/>
              <a:t>(</a:t>
            </a:r>
            <a:r>
              <a:rPr lang="pt-BR" sz="1200" dirty="0" err="1"/>
              <a:t>document.getElementById</a:t>
            </a:r>
            <a:r>
              <a:rPr lang="pt-BR" sz="1200" dirty="0"/>
              <a:t>("valor2").</a:t>
            </a:r>
            <a:r>
              <a:rPr lang="pt-BR" sz="1200" dirty="0" err="1"/>
              <a:t>value</a:t>
            </a:r>
            <a:r>
              <a:rPr lang="pt-BR" sz="1200" dirty="0"/>
              <a:t>);</a:t>
            </a:r>
          </a:p>
          <a:p>
            <a:r>
              <a:rPr lang="pt-BR" sz="1200" dirty="0"/>
              <a:t>    // Calcula média</a:t>
            </a:r>
          </a:p>
          <a:p>
            <a:r>
              <a:rPr lang="pt-BR" sz="1200" dirty="0"/>
              <a:t>    </a:t>
            </a:r>
            <a:r>
              <a:rPr lang="pt-BR" sz="1200" dirty="0" err="1"/>
              <a:t>let</a:t>
            </a:r>
            <a:r>
              <a:rPr lang="pt-BR" sz="1200" dirty="0"/>
              <a:t> media = (valor1 + valor2) / 2;</a:t>
            </a:r>
          </a:p>
          <a:p>
            <a:r>
              <a:rPr lang="pt-BR" sz="1200" dirty="0"/>
              <a:t>    </a:t>
            </a:r>
            <a:r>
              <a:rPr lang="pt-BR" sz="1200" dirty="0" err="1"/>
              <a:t>let</a:t>
            </a:r>
            <a:r>
              <a:rPr lang="pt-BR" sz="1200" dirty="0"/>
              <a:t> </a:t>
            </a:r>
            <a:r>
              <a:rPr lang="pt-BR" sz="1200" dirty="0" err="1"/>
              <a:t>situacao</a:t>
            </a:r>
            <a:r>
              <a:rPr lang="pt-BR" sz="1200" dirty="0"/>
              <a:t>;</a:t>
            </a:r>
          </a:p>
          <a:p>
            <a:r>
              <a:rPr lang="pt-BR" sz="1200" dirty="0"/>
              <a:t>    // Verifica situação</a:t>
            </a:r>
          </a:p>
          <a:p>
            <a:r>
              <a:rPr lang="pt-BR" sz="1200" dirty="0"/>
              <a:t>    </a:t>
            </a:r>
            <a:r>
              <a:rPr lang="pt-BR" sz="1200" dirty="0" err="1"/>
              <a:t>if</a:t>
            </a:r>
            <a:r>
              <a:rPr lang="pt-BR" sz="1200" dirty="0"/>
              <a:t>(media &gt;= 7){</a:t>
            </a:r>
          </a:p>
          <a:p>
            <a:r>
              <a:rPr lang="pt-BR" sz="1200" dirty="0"/>
              <a:t>        </a:t>
            </a:r>
            <a:r>
              <a:rPr lang="pt-BR" sz="1200" dirty="0" err="1"/>
              <a:t>situacao</a:t>
            </a:r>
            <a:r>
              <a:rPr lang="pt-BR" sz="1200" dirty="0"/>
              <a:t> = "APROVADO";</a:t>
            </a:r>
          </a:p>
          <a:p>
            <a:r>
              <a:rPr lang="pt-BR" sz="1200" dirty="0"/>
              <a:t>    }</a:t>
            </a:r>
          </a:p>
          <a:p>
            <a:r>
              <a:rPr lang="pt-BR" sz="1200" dirty="0"/>
              <a:t>    </a:t>
            </a:r>
            <a:r>
              <a:rPr lang="pt-BR" sz="1200" dirty="0" err="1"/>
              <a:t>else</a:t>
            </a:r>
            <a:r>
              <a:rPr lang="pt-BR" sz="1200" dirty="0"/>
              <a:t> </a:t>
            </a:r>
            <a:r>
              <a:rPr lang="pt-BR" sz="1200" dirty="0" err="1"/>
              <a:t>if</a:t>
            </a:r>
            <a:r>
              <a:rPr lang="pt-BR" sz="1200" dirty="0"/>
              <a:t>(media &gt;= 5){</a:t>
            </a:r>
          </a:p>
          <a:p>
            <a:r>
              <a:rPr lang="pt-BR" sz="1200" dirty="0"/>
              <a:t>        </a:t>
            </a:r>
            <a:r>
              <a:rPr lang="pt-BR" sz="1200" dirty="0" err="1"/>
              <a:t>situacao</a:t>
            </a:r>
            <a:r>
              <a:rPr lang="pt-BR" sz="1200" dirty="0"/>
              <a:t> = "RECUPERAÇÃO";</a:t>
            </a:r>
          </a:p>
          <a:p>
            <a:r>
              <a:rPr lang="pt-BR" sz="1200" dirty="0"/>
              <a:t>    }</a:t>
            </a:r>
          </a:p>
          <a:p>
            <a:r>
              <a:rPr lang="pt-BR" sz="1200" dirty="0"/>
              <a:t>    </a:t>
            </a:r>
            <a:r>
              <a:rPr lang="pt-BR" sz="1200" dirty="0" err="1"/>
              <a:t>else</a:t>
            </a:r>
            <a:r>
              <a:rPr lang="pt-BR" sz="1200" dirty="0"/>
              <a:t>{</a:t>
            </a:r>
          </a:p>
          <a:p>
            <a:r>
              <a:rPr lang="pt-BR" sz="1200" dirty="0"/>
              <a:t>        </a:t>
            </a:r>
            <a:r>
              <a:rPr lang="pt-BR" sz="1200" dirty="0" err="1"/>
              <a:t>situacao</a:t>
            </a:r>
            <a:r>
              <a:rPr lang="pt-BR" sz="1200" dirty="0"/>
              <a:t> = "REPROVADO";</a:t>
            </a:r>
          </a:p>
          <a:p>
            <a:r>
              <a:rPr lang="pt-BR" sz="1200" dirty="0"/>
              <a:t>    }</a:t>
            </a:r>
          </a:p>
          <a:p>
            <a:r>
              <a:rPr lang="pt-BR" sz="1200" dirty="0"/>
              <a:t>    // Exibe resultado</a:t>
            </a:r>
          </a:p>
          <a:p>
            <a:r>
              <a:rPr lang="pt-BR" sz="1200" dirty="0"/>
              <a:t>    </a:t>
            </a:r>
            <a:r>
              <a:rPr lang="pt-BR" sz="1200" dirty="0" err="1"/>
              <a:t>document.getElementById</a:t>
            </a:r>
            <a:r>
              <a:rPr lang="pt-BR" sz="1200" dirty="0"/>
              <a:t>("resultado")</a:t>
            </a:r>
          </a:p>
          <a:p>
            <a:r>
              <a:rPr lang="pt-BR" sz="1200" dirty="0"/>
              <a:t>        .</a:t>
            </a:r>
            <a:r>
              <a:rPr lang="pt-BR" sz="1200" dirty="0" err="1"/>
              <a:t>innerHTML</a:t>
            </a:r>
            <a:r>
              <a:rPr lang="pt-BR" sz="1200" dirty="0"/>
              <a:t> =</a:t>
            </a:r>
          </a:p>
          <a:p>
            <a:r>
              <a:rPr lang="pt-BR" sz="1200" dirty="0"/>
              <a:t>        `</a:t>
            </a:r>
          </a:p>
          <a:p>
            <a:r>
              <a:rPr lang="pt-BR" sz="1200" dirty="0"/>
              <a:t>        Média: ${</a:t>
            </a:r>
            <a:r>
              <a:rPr lang="pt-BR" sz="1200" dirty="0" err="1"/>
              <a:t>media.toFixed</a:t>
            </a:r>
            <a:r>
              <a:rPr lang="pt-BR" sz="1200" dirty="0"/>
              <a:t>(1)}</a:t>
            </a:r>
          </a:p>
          <a:p>
            <a:r>
              <a:rPr lang="pt-BR" sz="1200" dirty="0"/>
              <a:t>        &lt;</a:t>
            </a:r>
            <a:r>
              <a:rPr lang="pt-BR" sz="1200" dirty="0" err="1"/>
              <a:t>br</a:t>
            </a:r>
            <a:r>
              <a:rPr lang="pt-BR" sz="1200" dirty="0"/>
              <a:t>&gt;</a:t>
            </a:r>
          </a:p>
          <a:p>
            <a:r>
              <a:rPr lang="pt-BR" sz="1200" dirty="0"/>
              <a:t>        Situação: ${</a:t>
            </a:r>
            <a:r>
              <a:rPr lang="pt-BR" sz="1200" dirty="0" err="1"/>
              <a:t>situacao</a:t>
            </a:r>
            <a:r>
              <a:rPr lang="pt-BR" sz="1200" dirty="0"/>
              <a:t>}</a:t>
            </a:r>
          </a:p>
          <a:p>
            <a:r>
              <a:rPr lang="pt-BR" sz="1200" dirty="0"/>
              <a:t>        `;</a:t>
            </a:r>
          </a:p>
          <a:p>
            <a:r>
              <a:rPr lang="pt-BR" sz="12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683744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DD3DDE2-3816-F003-C4FD-46FEEEB21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DCE6512A-B488-CAB6-86BF-66897EB40C35}"/>
              </a:ext>
            </a:extLst>
          </p:cNvPr>
          <p:cNvSpPr txBox="1"/>
          <p:nvPr/>
        </p:nvSpPr>
        <p:spPr>
          <a:xfrm>
            <a:off x="493732" y="231232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b="1" dirty="0"/>
              <a:t>Exercício proposto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DE35AE5-2CE8-4D7D-BB27-9667E6659D8A}"/>
              </a:ext>
            </a:extLst>
          </p:cNvPr>
          <p:cNvSpPr txBox="1"/>
          <p:nvPr/>
        </p:nvSpPr>
        <p:spPr>
          <a:xfrm>
            <a:off x="594035" y="1033763"/>
            <a:ext cx="668306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Melhore o sistema de médias para:</a:t>
            </a:r>
          </a:p>
          <a:p>
            <a:r>
              <a:rPr lang="pt-BR" dirty="0"/>
              <a:t>✅ Receber 4 valores</a:t>
            </a:r>
          </a:p>
          <a:p>
            <a:r>
              <a:rPr lang="pt-BR" dirty="0"/>
              <a:t>✅ Informar frequência do aluno</a:t>
            </a:r>
          </a:p>
          <a:p>
            <a:r>
              <a:rPr lang="pt-BR" dirty="0"/>
              <a:t>✅ Exibir mensagem colorida:</a:t>
            </a:r>
          </a:p>
          <a:p>
            <a:pPr lvl="0"/>
            <a:r>
              <a:rPr lang="pt-BR" dirty="0">
                <a:solidFill>
                  <a:schemeClr val="accent2"/>
                </a:solidFill>
              </a:rPr>
              <a:t>Verde = Aprovado </a:t>
            </a:r>
          </a:p>
          <a:p>
            <a:pPr lvl="0"/>
            <a:r>
              <a:rPr lang="pt-BR" dirty="0">
                <a:solidFill>
                  <a:schemeClr val="accent4"/>
                </a:solidFill>
              </a:rPr>
              <a:t>Laranja = Recuperação </a:t>
            </a:r>
          </a:p>
          <a:p>
            <a:pPr lvl="0"/>
            <a:r>
              <a:rPr lang="pt-BR" dirty="0">
                <a:solidFill>
                  <a:schemeClr val="accent5"/>
                </a:solidFill>
              </a:rPr>
              <a:t>Vermelho = Reprovado(Ruim) </a:t>
            </a:r>
          </a:p>
          <a:p>
            <a:r>
              <a:rPr lang="pt-BR" dirty="0"/>
              <a:t>✅ Mostrar a data e hora do cálculo</a:t>
            </a:r>
            <a:endParaRPr lang="pt-BR" sz="3200" b="1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91F6F22-767F-649B-9D76-CF897C6D13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8364" y="75032"/>
            <a:ext cx="4244708" cy="655376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087424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B0439-E627-4CF1-AD2F-ACD17DB3B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70BF5A5-7389-13FF-527A-80BBBC5918D7}"/>
              </a:ext>
            </a:extLst>
          </p:cNvPr>
          <p:cNvSpPr txBox="1"/>
          <p:nvPr/>
        </p:nvSpPr>
        <p:spPr>
          <a:xfrm>
            <a:off x="2911657" y="276526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Conclusão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ED5EAEE-D693-D496-6D9E-4C37B2CC95D7}"/>
              </a:ext>
            </a:extLst>
          </p:cNvPr>
          <p:cNvSpPr txBox="1"/>
          <p:nvPr/>
        </p:nvSpPr>
        <p:spPr>
          <a:xfrm>
            <a:off x="1183735" y="1474619"/>
            <a:ext cx="988821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Nesta aula </a:t>
            </a:r>
            <a:r>
              <a:rPr lang="en-US" sz="2400" dirty="0" err="1"/>
              <a:t>aprendemos</a:t>
            </a:r>
            <a:r>
              <a:rPr lang="en-US" sz="2400" dirty="0"/>
              <a:t>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Operadores aritméticos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Operadores de comparação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Operadores lógicos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Conversão de dados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 err="1"/>
              <a:t>If</a:t>
            </a:r>
            <a:r>
              <a:rPr lang="pt-BR" dirty="0"/>
              <a:t>, </a:t>
            </a:r>
            <a:r>
              <a:rPr lang="pt-BR" dirty="0" err="1"/>
              <a:t>else</a:t>
            </a:r>
            <a:r>
              <a:rPr lang="pt-BR" dirty="0"/>
              <a:t>, </a:t>
            </a:r>
            <a:r>
              <a:rPr lang="pt-BR" dirty="0" err="1"/>
              <a:t>else</a:t>
            </a:r>
            <a:r>
              <a:rPr lang="pt-BR" dirty="0"/>
              <a:t> </a:t>
            </a:r>
            <a:r>
              <a:rPr lang="pt-BR" dirty="0" err="1"/>
              <a:t>if</a:t>
            </a:r>
            <a:r>
              <a:rPr lang="pt-BR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Operador ternário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Data/Hora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Desenvolvimento de um sistema completo de média usando HTML, CSS e </a:t>
            </a:r>
            <a:r>
              <a:rPr lang="pt-BR" dirty="0" err="1"/>
              <a:t>JavaScript</a:t>
            </a:r>
            <a:r>
              <a:rPr lang="pt-BR" dirty="0"/>
              <a:t>.</a:t>
            </a: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263453895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1150</TotalTime>
  <Words>956</Words>
  <Application>Microsoft Office PowerPoint</Application>
  <PresentationFormat>Widescreen</PresentationFormat>
  <Paragraphs>168</Paragraphs>
  <Slides>10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6" baseType="lpstr">
      <vt:lpstr>Arial</vt:lpstr>
      <vt:lpstr>Calibri</vt:lpstr>
      <vt:lpstr>Trebuchet MS</vt:lpstr>
      <vt:lpstr>Wingdings</vt:lpstr>
      <vt:lpstr>Wingdings 3</vt:lpstr>
      <vt:lpstr>Facetado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Kuehl</dc:creator>
  <cp:lastModifiedBy>James Kuehl</cp:lastModifiedBy>
  <cp:revision>345</cp:revision>
  <dcterms:created xsi:type="dcterms:W3CDTF">2026-03-07T12:30:21Z</dcterms:created>
  <dcterms:modified xsi:type="dcterms:W3CDTF">2026-06-04T13:07:22Z</dcterms:modified>
</cp:coreProperties>
</file>