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3"/>
  </p:notesMasterIdLst>
  <p:sldIdLst>
    <p:sldId id="256" r:id="rId2"/>
    <p:sldId id="257" r:id="rId3"/>
    <p:sldId id="266" r:id="rId4"/>
    <p:sldId id="267" r:id="rId5"/>
    <p:sldId id="281" r:id="rId6"/>
    <p:sldId id="262" r:id="rId7"/>
    <p:sldId id="287" r:id="rId8"/>
    <p:sldId id="288" r:id="rId9"/>
    <p:sldId id="291" r:id="rId10"/>
    <p:sldId id="29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804707" y="1442104"/>
            <a:ext cx="91251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/>
              <a:t> Introdução a </a:t>
            </a:r>
          </a:p>
          <a:p>
            <a:pPr algn="ctr"/>
            <a:r>
              <a:rPr lang="pt-BR" sz="5400" dirty="0"/>
              <a:t>JSON e APIs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980216" y="1341185"/>
            <a:ext cx="88876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Compreender o conceito de JSON.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Manipular objetos e </a:t>
            </a:r>
            <a:r>
              <a:rPr lang="pt-BR" sz="2400" dirty="0" err="1"/>
              <a:t>arrays</a:t>
            </a:r>
            <a:r>
              <a:rPr lang="pt-BR" sz="2400" dirty="0"/>
              <a:t> JSON.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 Entender o funcionamento básico de APIs.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Realizar requisições HTTP utilizando </a:t>
            </a:r>
            <a:r>
              <a:rPr lang="pt-BR" sz="2400" dirty="0" err="1"/>
              <a:t>Fetch</a:t>
            </a:r>
            <a:r>
              <a:rPr lang="pt-BR" sz="2400" dirty="0"/>
              <a:t> API.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Trabalhar com </a:t>
            </a:r>
            <a:r>
              <a:rPr lang="pt-BR" sz="2400" dirty="0" err="1"/>
              <a:t>fetch</a:t>
            </a:r>
            <a:r>
              <a:rPr lang="pt-BR" sz="2400" dirty="0"/>
              <a:t>(), .</a:t>
            </a:r>
            <a:r>
              <a:rPr lang="pt-BR" sz="2400" dirty="0" err="1"/>
              <a:t>then</a:t>
            </a:r>
            <a:r>
              <a:rPr lang="pt-BR" sz="2400" dirty="0"/>
              <a:t>() e </a:t>
            </a:r>
            <a:r>
              <a:rPr lang="pt-BR" sz="2400" dirty="0" err="1"/>
              <a:t>async</a:t>
            </a:r>
            <a:r>
              <a:rPr lang="pt-BR" sz="2400" dirty="0"/>
              <a:t>/</a:t>
            </a:r>
            <a:r>
              <a:rPr lang="pt-BR" sz="2400" dirty="0" err="1"/>
              <a:t>await</a:t>
            </a:r>
            <a:r>
              <a:rPr lang="pt-BR" sz="24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Converter dados utilizando </a:t>
            </a:r>
            <a:r>
              <a:rPr lang="pt-BR" sz="2400" dirty="0" err="1"/>
              <a:t>JSON.parse</a:t>
            </a:r>
            <a:r>
              <a:rPr lang="pt-BR" sz="2400" dirty="0"/>
              <a:t>() e </a:t>
            </a:r>
            <a:r>
              <a:rPr lang="pt-BR" sz="2400" dirty="0" err="1"/>
              <a:t>JSON.stringify</a:t>
            </a:r>
            <a:r>
              <a:rPr lang="pt-BR" sz="2400" dirty="0"/>
              <a:t>(). 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5A11ADA-35B4-DF2D-0559-ABF8E2FD6D23}"/>
              </a:ext>
            </a:extLst>
          </p:cNvPr>
          <p:cNvSpPr txBox="1"/>
          <p:nvPr/>
        </p:nvSpPr>
        <p:spPr>
          <a:xfrm>
            <a:off x="1494294" y="372273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 ao JSON </a:t>
            </a:r>
            <a:endParaRPr lang="pt-BR" sz="5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701841" y="1166842"/>
            <a:ext cx="1091005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JSON significa </a:t>
            </a:r>
            <a:r>
              <a:rPr lang="pt-BR" sz="2000" b="1" dirty="0" err="1"/>
              <a:t>JavaScript</a:t>
            </a:r>
            <a:r>
              <a:rPr lang="pt-BR" sz="2000" b="1" dirty="0"/>
              <a:t> </a:t>
            </a:r>
            <a:r>
              <a:rPr lang="pt-BR" sz="2000" b="1" dirty="0" err="1"/>
              <a:t>Object</a:t>
            </a:r>
            <a:r>
              <a:rPr lang="pt-BR" sz="2000" b="1" dirty="0"/>
              <a:t> </a:t>
            </a:r>
            <a:r>
              <a:rPr lang="pt-BR" sz="2000" b="1" dirty="0" err="1"/>
              <a:t>Notation</a:t>
            </a:r>
            <a:r>
              <a:rPr lang="pt-BR" sz="2000" dirty="0"/>
              <a:t>. É um formato leve para armazenamento e troca de dados entre sistemas. JSON não é </a:t>
            </a:r>
            <a:r>
              <a:rPr lang="pt-BR" sz="2000" dirty="0" err="1"/>
              <a:t>JavaScript</a:t>
            </a:r>
            <a:r>
              <a:rPr lang="pt-BR" sz="2000" dirty="0"/>
              <a:t>, é texto. </a:t>
            </a:r>
          </a:p>
          <a:p>
            <a:r>
              <a:rPr lang="pt-BR" sz="2000" b="1" dirty="0"/>
              <a:t>A estrutura de dados JSON </a:t>
            </a:r>
            <a:r>
              <a:rPr lang="pt-BR" sz="2000" dirty="0"/>
              <a:t>são organizados assim:</a:t>
            </a:r>
          </a:p>
          <a:p>
            <a:r>
              <a:rPr lang="pt-BR" sz="2000" dirty="0"/>
              <a:t>{</a:t>
            </a:r>
          </a:p>
          <a:p>
            <a:r>
              <a:rPr lang="pt-BR" sz="2000" dirty="0"/>
              <a:t>  "nome": "Maria",</a:t>
            </a:r>
          </a:p>
          <a:p>
            <a:r>
              <a:rPr lang="pt-BR" sz="2000" dirty="0"/>
              <a:t>  "idade": 30</a:t>
            </a:r>
          </a:p>
          <a:p>
            <a:r>
              <a:rPr lang="pt-BR" sz="2000" dirty="0"/>
              <a:t>}</a:t>
            </a:r>
          </a:p>
          <a:p>
            <a:pPr lvl="0"/>
            <a:r>
              <a:rPr lang="pt-BR" sz="2000" dirty="0"/>
              <a:t>Objeto contendo </a:t>
            </a:r>
            <a:r>
              <a:rPr lang="pt-BR" sz="2000" dirty="0" err="1"/>
              <a:t>array</a:t>
            </a:r>
            <a:r>
              <a:rPr lang="pt-BR" sz="2000" dirty="0"/>
              <a:t>:</a:t>
            </a:r>
          </a:p>
          <a:p>
            <a:pPr lvl="0"/>
            <a:r>
              <a:rPr lang="pt-BR" sz="2000" dirty="0"/>
              <a:t>{</a:t>
            </a:r>
          </a:p>
          <a:p>
            <a:pPr lvl="0"/>
            <a:r>
              <a:rPr lang="pt-BR" sz="2000" dirty="0"/>
              <a:t>  "nome": "Pedro",</a:t>
            </a:r>
          </a:p>
          <a:p>
            <a:pPr lvl="0"/>
            <a:r>
              <a:rPr lang="pt-BR" sz="2000" dirty="0"/>
              <a:t>  "cursos": [</a:t>
            </a:r>
          </a:p>
          <a:p>
            <a:pPr lvl="0"/>
            <a:r>
              <a:rPr lang="pt-BR" sz="2000" dirty="0"/>
              <a:t>    "HTML",</a:t>
            </a:r>
          </a:p>
          <a:p>
            <a:pPr lvl="0"/>
            <a:r>
              <a:rPr lang="pt-BR" sz="2000" dirty="0"/>
              <a:t>    "CSS",</a:t>
            </a:r>
          </a:p>
          <a:p>
            <a:pPr lvl="0"/>
            <a:r>
              <a:rPr lang="pt-BR" sz="2000" dirty="0"/>
              <a:t>    "</a:t>
            </a:r>
            <a:r>
              <a:rPr lang="pt-BR" sz="2000" dirty="0" err="1"/>
              <a:t>JavaScript</a:t>
            </a:r>
            <a:r>
              <a:rPr lang="pt-BR" sz="2000" dirty="0"/>
              <a:t>"</a:t>
            </a:r>
          </a:p>
          <a:p>
            <a:pPr lvl="0"/>
            <a:r>
              <a:rPr lang="pt-BR" sz="2000" dirty="0"/>
              <a:t>  ]</a:t>
            </a:r>
          </a:p>
          <a:p>
            <a:pPr lvl="0"/>
            <a:r>
              <a:rPr lang="pt-BR" sz="2000" dirty="0"/>
              <a:t>}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66883D-60A8-18CD-7108-083362DF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D5D0620-38F0-501F-135D-59140AF4EB91}"/>
              </a:ext>
            </a:extLst>
          </p:cNvPr>
          <p:cNvSpPr txBox="1"/>
          <p:nvPr/>
        </p:nvSpPr>
        <p:spPr>
          <a:xfrm>
            <a:off x="2254724" y="0"/>
            <a:ext cx="67178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 err="1"/>
              <a:t>JSON.stringify</a:t>
            </a:r>
            <a:r>
              <a:rPr lang="pt-BR" sz="3200" b="1" dirty="0"/>
              <a:t>() e </a:t>
            </a:r>
            <a:r>
              <a:rPr lang="pt-BR" sz="3200" b="1" dirty="0" err="1"/>
              <a:t>JSON.parse</a:t>
            </a:r>
            <a:r>
              <a:rPr lang="pt-BR" sz="3200" b="1" dirty="0"/>
              <a:t>() </a:t>
            </a:r>
            <a:endParaRPr lang="pt-BR" sz="199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9A5D51-263A-053C-6C35-9B3B2A3A4C8C}"/>
              </a:ext>
            </a:extLst>
          </p:cNvPr>
          <p:cNvSpPr txBox="1"/>
          <p:nvPr/>
        </p:nvSpPr>
        <p:spPr>
          <a:xfrm>
            <a:off x="583863" y="1037570"/>
            <a:ext cx="5178762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err="1"/>
              <a:t>JSON.stringify</a:t>
            </a:r>
            <a:r>
              <a:rPr lang="pt-BR" b="1" dirty="0"/>
              <a:t>()</a:t>
            </a:r>
          </a:p>
          <a:p>
            <a:r>
              <a:rPr lang="pt-BR" dirty="0"/>
              <a:t>Converte um objeto </a:t>
            </a:r>
            <a:r>
              <a:rPr lang="pt-BR" dirty="0" err="1"/>
              <a:t>JavaScript</a:t>
            </a:r>
            <a:r>
              <a:rPr lang="pt-BR" dirty="0"/>
              <a:t> em texto JSON.</a:t>
            </a:r>
          </a:p>
          <a:p>
            <a:endParaRPr lang="pt-BR" dirty="0"/>
          </a:p>
          <a:p>
            <a:r>
              <a:rPr lang="pt-BR" dirty="0" err="1"/>
              <a:t>const</a:t>
            </a:r>
            <a:r>
              <a:rPr lang="pt-BR" dirty="0"/>
              <a:t> aluno = {</a:t>
            </a:r>
          </a:p>
          <a:p>
            <a:r>
              <a:rPr lang="pt-BR" dirty="0"/>
              <a:t>    nome: “James",</a:t>
            </a:r>
          </a:p>
          <a:p>
            <a:r>
              <a:rPr lang="pt-BR" dirty="0"/>
              <a:t>    idade: 30</a:t>
            </a:r>
          </a:p>
          <a:p>
            <a:r>
              <a:rPr lang="pt-BR" dirty="0"/>
              <a:t>};</a:t>
            </a:r>
          </a:p>
          <a:p>
            <a:r>
              <a:rPr lang="pt-BR" dirty="0" err="1"/>
              <a:t>const</a:t>
            </a:r>
            <a:r>
              <a:rPr lang="pt-BR" dirty="0"/>
              <a:t> </a:t>
            </a:r>
            <a:r>
              <a:rPr lang="pt-BR" dirty="0" err="1"/>
              <a:t>jsonTexto</a:t>
            </a:r>
            <a:r>
              <a:rPr lang="pt-BR" dirty="0"/>
              <a:t> = </a:t>
            </a:r>
            <a:r>
              <a:rPr lang="pt-BR" dirty="0" err="1"/>
              <a:t>JSON.stringify</a:t>
            </a:r>
            <a:r>
              <a:rPr lang="pt-BR" dirty="0"/>
              <a:t>(aluno);</a:t>
            </a:r>
          </a:p>
          <a:p>
            <a:r>
              <a:rPr lang="pt-BR" dirty="0"/>
              <a:t>console.log(</a:t>
            </a:r>
            <a:r>
              <a:rPr lang="pt-BR" dirty="0" err="1"/>
              <a:t>jsonTexto</a:t>
            </a:r>
            <a:r>
              <a:rPr lang="pt-BR" dirty="0"/>
              <a:t>);</a:t>
            </a:r>
          </a:p>
          <a:p>
            <a:endParaRPr lang="pt-BR" dirty="0"/>
          </a:p>
          <a:p>
            <a:r>
              <a:rPr lang="pt-BR" dirty="0"/>
              <a:t>Resultado: {"</a:t>
            </a:r>
            <a:r>
              <a:rPr lang="pt-BR" dirty="0" err="1"/>
              <a:t>nome":“James","</a:t>
            </a:r>
            <a:r>
              <a:rPr lang="pt-BR" err="1"/>
              <a:t>idade</a:t>
            </a:r>
            <a:r>
              <a:rPr lang="pt-BR"/>
              <a:t>":30}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5743D91-4E7F-8862-F3A2-E989B2F451C3}"/>
              </a:ext>
            </a:extLst>
          </p:cNvPr>
          <p:cNvSpPr txBox="1"/>
          <p:nvPr/>
        </p:nvSpPr>
        <p:spPr>
          <a:xfrm>
            <a:off x="5975013" y="1037569"/>
            <a:ext cx="5178762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err="1"/>
              <a:t>JSON.parse</a:t>
            </a:r>
            <a:r>
              <a:rPr lang="pt-BR" b="1" dirty="0"/>
              <a:t>()</a:t>
            </a:r>
          </a:p>
          <a:p>
            <a:r>
              <a:rPr lang="pt-BR" dirty="0"/>
              <a:t>Converte texto JSON em objeto </a:t>
            </a:r>
            <a:r>
              <a:rPr lang="pt-BR" dirty="0" err="1"/>
              <a:t>JavaScript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 err="1"/>
              <a:t>const</a:t>
            </a:r>
            <a:r>
              <a:rPr lang="pt-BR" dirty="0"/>
              <a:t> texto = '{"nome":“James","idade":30}';</a:t>
            </a:r>
          </a:p>
          <a:p>
            <a:r>
              <a:rPr lang="pt-BR" dirty="0" err="1"/>
              <a:t>const</a:t>
            </a:r>
            <a:r>
              <a:rPr lang="pt-BR" dirty="0"/>
              <a:t> objeto = </a:t>
            </a:r>
            <a:r>
              <a:rPr lang="pt-BR" dirty="0" err="1"/>
              <a:t>JSON.parse</a:t>
            </a:r>
            <a:r>
              <a:rPr lang="pt-BR" dirty="0"/>
              <a:t>(texto);</a:t>
            </a:r>
          </a:p>
          <a:p>
            <a:r>
              <a:rPr lang="pt-BR" dirty="0"/>
              <a:t>console.log(</a:t>
            </a:r>
            <a:r>
              <a:rPr lang="pt-BR" dirty="0" err="1"/>
              <a:t>objeto.nome</a:t>
            </a:r>
            <a:r>
              <a:rPr lang="pt-BR" dirty="0"/>
              <a:t>);</a:t>
            </a:r>
          </a:p>
          <a:p>
            <a:endParaRPr lang="pt-BR" dirty="0"/>
          </a:p>
          <a:p>
            <a:r>
              <a:rPr lang="pt-BR" dirty="0"/>
              <a:t>Resultado: James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07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2955191" y="131507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O que são APIs?</a:t>
            </a:r>
            <a:endParaRPr lang="pt-BR" sz="66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989045" y="887732"/>
            <a:ext cx="997392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API(</a:t>
            </a:r>
            <a:r>
              <a:rPr lang="pt-BR" sz="2000" b="1" dirty="0" err="1"/>
              <a:t>Application</a:t>
            </a:r>
            <a:r>
              <a:rPr lang="pt-BR" sz="2000" b="1" dirty="0"/>
              <a:t> </a:t>
            </a:r>
            <a:r>
              <a:rPr lang="pt-BR" sz="2000" b="1" dirty="0" err="1"/>
              <a:t>Programming</a:t>
            </a:r>
            <a:r>
              <a:rPr lang="pt-BR" sz="2000" b="1" dirty="0"/>
              <a:t> Interface) - </a:t>
            </a:r>
            <a:r>
              <a:rPr lang="pt-BR" sz="2000" dirty="0"/>
              <a:t>É uma forma de comunicação entre sistemas.</a:t>
            </a:r>
          </a:p>
          <a:p>
            <a:endParaRPr lang="pt-BR" sz="2000" b="1" dirty="0"/>
          </a:p>
          <a:p>
            <a:r>
              <a:rPr lang="pt-BR" sz="2000" b="1" dirty="0"/>
              <a:t>Exemplos</a:t>
            </a:r>
            <a:r>
              <a:rPr lang="pt-BR" sz="2000" dirty="0"/>
              <a:t>: Aplicativos de clima, aplicativo de correios, Google Maps, Redes sociais, </a:t>
            </a:r>
          </a:p>
          <a:p>
            <a:r>
              <a:rPr lang="pt-BR" sz="2000" dirty="0"/>
              <a:t>Sistemas ERP, Sistemas bancários.</a:t>
            </a:r>
          </a:p>
          <a:p>
            <a:endParaRPr lang="pt-BR" sz="2000" dirty="0"/>
          </a:p>
          <a:p>
            <a:r>
              <a:rPr lang="pt-BR" sz="2000" b="1" dirty="0"/>
              <a:t>Funcionamento:</a:t>
            </a:r>
          </a:p>
          <a:p>
            <a:endParaRPr lang="pt-BR" sz="2000" dirty="0"/>
          </a:p>
          <a:p>
            <a:r>
              <a:rPr lang="pt-BR" sz="2000" b="1" dirty="0">
                <a:highlight>
                  <a:srgbClr val="00FF00"/>
                </a:highlight>
              </a:rPr>
              <a:t>Seu Site </a:t>
            </a:r>
            <a:r>
              <a:rPr lang="pt-BR" sz="2000" b="1" dirty="0">
                <a:highlight>
                  <a:srgbClr val="00FF00"/>
                </a:highlight>
                <a:sym typeface="Wingdings" panose="05000000000000000000" pitchFamily="2" charset="2"/>
              </a:rPr>
              <a:t> </a:t>
            </a:r>
            <a:r>
              <a:rPr lang="pt-BR" sz="2000" b="1" dirty="0">
                <a:highlight>
                  <a:srgbClr val="00FF00"/>
                </a:highlight>
              </a:rPr>
              <a:t> Requisição </a:t>
            </a:r>
            <a:r>
              <a:rPr lang="pt-BR" sz="2000" b="1" dirty="0">
                <a:highlight>
                  <a:srgbClr val="00FF00"/>
                </a:highlight>
                <a:sym typeface="Wingdings" panose="05000000000000000000" pitchFamily="2" charset="2"/>
              </a:rPr>
              <a:t> </a:t>
            </a:r>
            <a:r>
              <a:rPr lang="pt-BR" sz="2000" b="1" dirty="0">
                <a:highlight>
                  <a:srgbClr val="00FF00"/>
                </a:highlight>
              </a:rPr>
              <a:t> API </a:t>
            </a:r>
            <a:r>
              <a:rPr lang="pt-BR" sz="2000" b="1" dirty="0">
                <a:highlight>
                  <a:srgbClr val="00FF00"/>
                </a:highlight>
                <a:sym typeface="Wingdings" panose="05000000000000000000" pitchFamily="2" charset="2"/>
              </a:rPr>
              <a:t> </a:t>
            </a:r>
            <a:r>
              <a:rPr lang="pt-BR" sz="2000" b="1" dirty="0">
                <a:highlight>
                  <a:srgbClr val="00FF00"/>
                </a:highlight>
              </a:rPr>
              <a:t>Resposta JSON </a:t>
            </a:r>
            <a:r>
              <a:rPr lang="pt-BR" sz="2000" b="1" dirty="0">
                <a:highlight>
                  <a:srgbClr val="00FF00"/>
                </a:highlight>
                <a:sym typeface="Wingdings" panose="05000000000000000000" pitchFamily="2" charset="2"/>
              </a:rPr>
              <a:t> </a:t>
            </a:r>
            <a:r>
              <a:rPr lang="pt-BR" sz="2000" b="1" dirty="0">
                <a:highlight>
                  <a:srgbClr val="00FF00"/>
                </a:highlight>
              </a:rPr>
              <a:t> Exibição dos dados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2285223" y="152365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Requisições HTTP</a:t>
            </a:r>
            <a:endParaRPr lang="pt-BR" sz="60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34F015-694A-1E4B-4D8A-9040FDED8D51}"/>
              </a:ext>
            </a:extLst>
          </p:cNvPr>
          <p:cNvSpPr txBox="1"/>
          <p:nvPr/>
        </p:nvSpPr>
        <p:spPr>
          <a:xfrm>
            <a:off x="7944464" y="884722"/>
            <a:ext cx="2658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Nesta aula usaremos apenas o GET</a:t>
            </a:r>
            <a:endParaRPr lang="pt-BR" sz="2800" b="1" dirty="0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E3270835-5544-15F8-48E1-F96F32714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743858"/>
              </p:ext>
            </p:extLst>
          </p:nvPr>
        </p:nvGraphicFramePr>
        <p:xfrm>
          <a:off x="3122860" y="720298"/>
          <a:ext cx="4422279" cy="1828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509487">
                  <a:extLst>
                    <a:ext uri="{9D8B030D-6E8A-4147-A177-3AD203B41FA5}">
                      <a16:colId xmlns:a16="http://schemas.microsoft.com/office/drawing/2014/main" val="3129718724"/>
                    </a:ext>
                  </a:extLst>
                </a:gridCol>
                <a:gridCol w="1912792">
                  <a:extLst>
                    <a:ext uri="{9D8B030D-6E8A-4147-A177-3AD203B41FA5}">
                      <a16:colId xmlns:a16="http://schemas.microsoft.com/office/drawing/2014/main" val="4568017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Método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Função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247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Buscar dados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796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Inserir dados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499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Atualizar dados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059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DELETE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Excluir dados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999051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9DBBE0E9-5E4F-FF08-60D7-E97402BC50F9}"/>
              </a:ext>
            </a:extLst>
          </p:cNvPr>
          <p:cNvSpPr txBox="1"/>
          <p:nvPr/>
        </p:nvSpPr>
        <p:spPr>
          <a:xfrm>
            <a:off x="2091258" y="2644170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 err="1"/>
              <a:t>Fetch</a:t>
            </a:r>
            <a:r>
              <a:rPr lang="pt-BR" sz="2800" b="1" dirty="0"/>
              <a:t> API</a:t>
            </a:r>
            <a:endParaRPr lang="pt-BR" sz="6000" b="1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BA658A6-C6F9-2C0B-69A9-CD7362002DEF}"/>
              </a:ext>
            </a:extLst>
          </p:cNvPr>
          <p:cNvSpPr txBox="1"/>
          <p:nvPr/>
        </p:nvSpPr>
        <p:spPr>
          <a:xfrm>
            <a:off x="862226" y="3167390"/>
            <a:ext cx="7409492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Fetch</a:t>
            </a:r>
            <a:r>
              <a:rPr lang="pt-BR" dirty="0"/>
              <a:t> API permite fazer requisições para APIs.</a:t>
            </a:r>
          </a:p>
          <a:p>
            <a:r>
              <a:rPr lang="pt-BR" sz="2000" b="1" dirty="0" err="1"/>
              <a:t>fetch</a:t>
            </a:r>
            <a:r>
              <a:rPr lang="pt-BR" sz="2000" b="1" dirty="0"/>
              <a:t>("https://jsonplaceholder.typicode.com/</a:t>
            </a:r>
            <a:r>
              <a:rPr lang="pt-BR" sz="2000" b="1" dirty="0" err="1"/>
              <a:t>users</a:t>
            </a:r>
            <a:r>
              <a:rPr lang="pt-BR" sz="2000" b="1" dirty="0"/>
              <a:t>")</a:t>
            </a:r>
          </a:p>
          <a:p>
            <a:endParaRPr lang="pt-BR" sz="2000" dirty="0"/>
          </a:p>
          <a:p>
            <a:r>
              <a:rPr lang="pt-BR" sz="2000" dirty="0"/>
              <a:t>Utilizando .</a:t>
            </a:r>
            <a:r>
              <a:rPr lang="pt-BR" sz="2000" dirty="0" err="1"/>
              <a:t>then</a:t>
            </a:r>
            <a:r>
              <a:rPr lang="pt-BR" sz="2000" dirty="0"/>
              <a:t>()</a:t>
            </a:r>
          </a:p>
          <a:p>
            <a:r>
              <a:rPr lang="pt-BR" sz="2000" b="1" dirty="0" err="1"/>
              <a:t>fetch</a:t>
            </a:r>
            <a:r>
              <a:rPr lang="pt-BR" sz="2000" b="1" dirty="0"/>
              <a:t>("https://jsonplaceholder.typicode.com/</a:t>
            </a:r>
            <a:r>
              <a:rPr lang="pt-BR" sz="2000" b="1" dirty="0" err="1"/>
              <a:t>users</a:t>
            </a:r>
            <a:r>
              <a:rPr lang="pt-BR" sz="2000" b="1" dirty="0"/>
              <a:t>")</a:t>
            </a:r>
          </a:p>
          <a:p>
            <a:r>
              <a:rPr lang="pt-BR" sz="2000" b="1" dirty="0"/>
              <a:t>    .</a:t>
            </a:r>
            <a:r>
              <a:rPr lang="pt-BR" sz="2000" b="1" dirty="0" err="1"/>
              <a:t>then</a:t>
            </a:r>
            <a:r>
              <a:rPr lang="pt-BR" sz="2000" b="1" dirty="0"/>
              <a:t>(resposta =&gt; </a:t>
            </a:r>
            <a:r>
              <a:rPr lang="pt-BR" sz="2000" b="1" dirty="0" err="1"/>
              <a:t>resposta.json</a:t>
            </a:r>
            <a:r>
              <a:rPr lang="pt-BR" sz="2000" b="1" dirty="0"/>
              <a:t>())</a:t>
            </a:r>
          </a:p>
          <a:p>
            <a:r>
              <a:rPr lang="pt-BR" sz="2000" b="1" dirty="0"/>
              <a:t>    .</a:t>
            </a:r>
            <a:r>
              <a:rPr lang="pt-BR" sz="2000" b="1" dirty="0" err="1"/>
              <a:t>then</a:t>
            </a:r>
            <a:r>
              <a:rPr lang="pt-BR" sz="2000" b="1" dirty="0"/>
              <a:t>(dados =&gt; {</a:t>
            </a:r>
          </a:p>
          <a:p>
            <a:r>
              <a:rPr lang="pt-BR" sz="2000" b="1" dirty="0"/>
              <a:t>        console.log(dados);</a:t>
            </a:r>
          </a:p>
          <a:p>
            <a:r>
              <a:rPr lang="pt-BR" sz="2000" b="1" dirty="0"/>
              <a:t>    });</a:t>
            </a:r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96F6FC-BFE7-5E7F-854D-A66B9B0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3F4009D-8E92-141B-9AED-EC5000BE0CB0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Utilizando </a:t>
            </a:r>
            <a:r>
              <a:rPr lang="pt-BR" sz="3600" dirty="0" err="1"/>
              <a:t>async</a:t>
            </a:r>
            <a:r>
              <a:rPr lang="pt-BR" sz="3600" dirty="0"/>
              <a:t>/</a:t>
            </a:r>
            <a:r>
              <a:rPr lang="pt-BR" sz="3600" dirty="0" err="1"/>
              <a:t>await</a:t>
            </a:r>
            <a:endParaRPr lang="pt-BR" sz="4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5CA390C-A0DE-E0EE-9B09-9B76DD559A77}"/>
              </a:ext>
            </a:extLst>
          </p:cNvPr>
          <p:cNvSpPr txBox="1"/>
          <p:nvPr/>
        </p:nvSpPr>
        <p:spPr>
          <a:xfrm>
            <a:off x="366557" y="1239325"/>
            <a:ext cx="1115684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dirty="0" err="1"/>
              <a:t>async</a:t>
            </a:r>
            <a:r>
              <a:rPr lang="pt-BR" sz="2400" dirty="0"/>
              <a:t> </a:t>
            </a:r>
            <a:r>
              <a:rPr lang="pt-BR" sz="2400" dirty="0" err="1"/>
              <a:t>function</a:t>
            </a:r>
            <a:r>
              <a:rPr lang="pt-BR" sz="2400" dirty="0"/>
              <a:t> </a:t>
            </a:r>
            <a:r>
              <a:rPr lang="pt-BR" sz="2400" dirty="0" err="1"/>
              <a:t>buscarUsuarios</a:t>
            </a:r>
            <a:r>
              <a:rPr lang="pt-BR" sz="2400" dirty="0"/>
              <a:t>() {</a:t>
            </a:r>
          </a:p>
          <a:p>
            <a:r>
              <a:rPr lang="pt-BR" sz="2400" dirty="0"/>
              <a:t>    </a:t>
            </a:r>
            <a:r>
              <a:rPr lang="pt-BR" sz="2400" dirty="0" err="1"/>
              <a:t>const</a:t>
            </a:r>
            <a:r>
              <a:rPr lang="pt-BR" sz="2400" dirty="0"/>
              <a:t> resposta = </a:t>
            </a:r>
            <a:r>
              <a:rPr lang="pt-BR" sz="2400" dirty="0" err="1"/>
              <a:t>await</a:t>
            </a:r>
            <a:r>
              <a:rPr lang="pt-BR" sz="2400" dirty="0"/>
              <a:t> </a:t>
            </a:r>
            <a:r>
              <a:rPr lang="pt-BR" sz="2400" dirty="0" err="1"/>
              <a:t>fetch</a:t>
            </a:r>
            <a:r>
              <a:rPr lang="pt-BR" sz="2400" dirty="0"/>
              <a:t>("https://jsonplaceholder.typicode.com/</a:t>
            </a:r>
            <a:r>
              <a:rPr lang="pt-BR" sz="2400" dirty="0" err="1"/>
              <a:t>users</a:t>
            </a:r>
            <a:r>
              <a:rPr lang="pt-BR" sz="2400" dirty="0"/>
              <a:t>");</a:t>
            </a:r>
          </a:p>
          <a:p>
            <a:r>
              <a:rPr lang="pt-BR" sz="2400" dirty="0"/>
              <a:t>    </a:t>
            </a:r>
            <a:r>
              <a:rPr lang="pt-BR" sz="2400" dirty="0" err="1"/>
              <a:t>const</a:t>
            </a:r>
            <a:r>
              <a:rPr lang="pt-BR" sz="2400" dirty="0"/>
              <a:t> dados = </a:t>
            </a:r>
            <a:r>
              <a:rPr lang="pt-BR" sz="2400" dirty="0" err="1"/>
              <a:t>await</a:t>
            </a:r>
            <a:r>
              <a:rPr lang="pt-BR" sz="2400" dirty="0"/>
              <a:t> </a:t>
            </a:r>
            <a:r>
              <a:rPr lang="pt-BR" sz="2400" dirty="0" err="1"/>
              <a:t>resposta.json</a:t>
            </a:r>
            <a:r>
              <a:rPr lang="pt-BR" sz="2400" dirty="0"/>
              <a:t>();</a:t>
            </a:r>
          </a:p>
          <a:p>
            <a:r>
              <a:rPr lang="pt-BR" sz="2400" dirty="0"/>
              <a:t>    console.log(dados);</a:t>
            </a:r>
          </a:p>
          <a:p>
            <a:r>
              <a:rPr lang="pt-BR" sz="2400" dirty="0"/>
              <a:t>}</a:t>
            </a:r>
          </a:p>
          <a:p>
            <a:r>
              <a:rPr lang="pt-BR" sz="2400" dirty="0" err="1"/>
              <a:t>buscarUsuarios</a:t>
            </a:r>
            <a:r>
              <a:rPr lang="pt-BR" sz="24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21336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F6DF0E-489E-4150-C07D-6DF3A6D5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23BF2EC3-13C0-A3D1-9B0B-5AC917F74A7C}"/>
              </a:ext>
            </a:extLst>
          </p:cNvPr>
          <p:cNvSpPr txBox="1"/>
          <p:nvPr/>
        </p:nvSpPr>
        <p:spPr>
          <a:xfrm>
            <a:off x="438148" y="191100"/>
            <a:ext cx="103822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Testando JSON</a:t>
            </a:r>
            <a:endParaRPr lang="pt-BR" sz="66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7212D53-63EE-FBCC-051F-99744500AA68}"/>
              </a:ext>
            </a:extLst>
          </p:cNvPr>
          <p:cNvSpPr txBox="1"/>
          <p:nvPr/>
        </p:nvSpPr>
        <p:spPr>
          <a:xfrm>
            <a:off x="727894" y="870793"/>
            <a:ext cx="10736212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HTML:</a:t>
            </a:r>
          </a:p>
          <a:p>
            <a:r>
              <a:rPr lang="pt-BR" b="1" dirty="0"/>
              <a:t>&lt;</a:t>
            </a:r>
            <a:r>
              <a:rPr lang="pt-BR" b="1" dirty="0" err="1"/>
              <a:t>button</a:t>
            </a:r>
            <a:r>
              <a:rPr lang="pt-BR" b="1" dirty="0"/>
              <a:t> </a:t>
            </a:r>
            <a:r>
              <a:rPr lang="pt-BR" b="1" dirty="0" err="1"/>
              <a:t>onclick</a:t>
            </a:r>
            <a:r>
              <a:rPr lang="pt-BR" b="1" dirty="0"/>
              <a:t>="converter()"&gt;</a:t>
            </a:r>
          </a:p>
          <a:p>
            <a:r>
              <a:rPr lang="pt-BR" b="1" dirty="0"/>
              <a:t>    Converter JSON</a:t>
            </a:r>
          </a:p>
          <a:p>
            <a:r>
              <a:rPr lang="pt-BR" b="1" dirty="0"/>
              <a:t>&lt;/</a:t>
            </a:r>
            <a:r>
              <a:rPr lang="pt-BR" b="1" dirty="0" err="1"/>
              <a:t>button</a:t>
            </a:r>
            <a:r>
              <a:rPr lang="pt-BR" b="1" dirty="0"/>
              <a:t>&gt;</a:t>
            </a:r>
          </a:p>
          <a:p>
            <a:r>
              <a:rPr lang="pt-BR" b="1" dirty="0"/>
              <a:t>&lt;</a:t>
            </a:r>
            <a:r>
              <a:rPr lang="pt-BR" b="1" dirty="0" err="1"/>
              <a:t>div</a:t>
            </a:r>
            <a:r>
              <a:rPr lang="pt-BR" b="1" dirty="0"/>
              <a:t> id="resultado"&gt;&lt;/</a:t>
            </a:r>
            <a:r>
              <a:rPr lang="pt-BR" b="1" dirty="0" err="1"/>
              <a:t>div</a:t>
            </a:r>
            <a:r>
              <a:rPr lang="pt-BR" b="1" dirty="0"/>
              <a:t>&gt;</a:t>
            </a:r>
          </a:p>
          <a:p>
            <a:endParaRPr lang="pt-BR" b="1" dirty="0"/>
          </a:p>
          <a:p>
            <a:r>
              <a:rPr lang="pt-BR" b="1" dirty="0" err="1"/>
              <a:t>JavaScript</a:t>
            </a:r>
            <a:r>
              <a:rPr lang="pt-BR" b="1" dirty="0"/>
              <a:t>:</a:t>
            </a:r>
          </a:p>
          <a:p>
            <a:r>
              <a:rPr lang="pt-BR" dirty="0" err="1"/>
              <a:t>function</a:t>
            </a:r>
            <a:r>
              <a:rPr lang="pt-BR" dirty="0"/>
              <a:t> converter() {</a:t>
            </a:r>
          </a:p>
          <a:p>
            <a:r>
              <a:rPr lang="pt-BR" dirty="0"/>
              <a:t>    </a:t>
            </a:r>
            <a:r>
              <a:rPr lang="pt-BR" dirty="0" err="1"/>
              <a:t>const</a:t>
            </a:r>
            <a:r>
              <a:rPr lang="pt-BR" dirty="0"/>
              <a:t> aluno = {</a:t>
            </a:r>
          </a:p>
          <a:p>
            <a:r>
              <a:rPr lang="pt-BR" dirty="0"/>
              <a:t>        nome: "João",</a:t>
            </a:r>
          </a:p>
          <a:p>
            <a:r>
              <a:rPr lang="pt-BR" dirty="0"/>
              <a:t>        curso: "</a:t>
            </a:r>
            <a:r>
              <a:rPr lang="pt-BR" dirty="0" err="1"/>
              <a:t>JavaScript</a:t>
            </a:r>
            <a:r>
              <a:rPr lang="pt-BR" dirty="0"/>
              <a:t>"</a:t>
            </a:r>
          </a:p>
          <a:p>
            <a:r>
              <a:rPr lang="pt-BR" dirty="0"/>
              <a:t>    };</a:t>
            </a:r>
          </a:p>
          <a:p>
            <a:r>
              <a:rPr lang="pt-BR" dirty="0"/>
              <a:t>    </a:t>
            </a:r>
            <a:r>
              <a:rPr lang="pt-BR" dirty="0" err="1"/>
              <a:t>const</a:t>
            </a:r>
            <a:r>
              <a:rPr lang="pt-BR" dirty="0"/>
              <a:t> texto = </a:t>
            </a:r>
            <a:r>
              <a:rPr lang="pt-BR" dirty="0" err="1"/>
              <a:t>JSON.stringify</a:t>
            </a:r>
            <a:r>
              <a:rPr lang="pt-BR" dirty="0"/>
              <a:t>(aluno);</a:t>
            </a:r>
          </a:p>
          <a:p>
            <a:r>
              <a:rPr lang="pt-BR" dirty="0"/>
              <a:t>    </a:t>
            </a:r>
            <a:r>
              <a:rPr lang="pt-BR" dirty="0" err="1"/>
              <a:t>const</a:t>
            </a:r>
            <a:r>
              <a:rPr lang="pt-BR" dirty="0"/>
              <a:t> objeto = </a:t>
            </a:r>
            <a:r>
              <a:rPr lang="pt-BR" dirty="0" err="1"/>
              <a:t>JSON.parse</a:t>
            </a:r>
            <a:r>
              <a:rPr lang="pt-BR" dirty="0"/>
              <a:t>(texto);</a:t>
            </a:r>
          </a:p>
          <a:p>
            <a:r>
              <a:rPr lang="pt-BR" dirty="0"/>
              <a:t>    </a:t>
            </a:r>
            <a:r>
              <a:rPr lang="pt-BR" dirty="0" err="1"/>
              <a:t>document.getElementById</a:t>
            </a:r>
            <a:r>
              <a:rPr lang="pt-BR" dirty="0"/>
              <a:t>("resultado").</a:t>
            </a:r>
            <a:r>
              <a:rPr lang="pt-BR" dirty="0" err="1"/>
              <a:t>innerHTML</a:t>
            </a:r>
            <a:r>
              <a:rPr lang="pt-BR" dirty="0"/>
              <a:t> = </a:t>
            </a:r>
            <a:r>
              <a:rPr lang="pt-BR" dirty="0" err="1"/>
              <a:t>objeto.nome</a:t>
            </a:r>
            <a:r>
              <a:rPr lang="pt-BR" dirty="0"/>
              <a:t> + " - " + </a:t>
            </a:r>
            <a:r>
              <a:rPr lang="pt-BR" dirty="0" err="1"/>
              <a:t>objeto.curso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0404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EEA9E5-69B3-01E2-CCF9-14007F14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D37B9F9-5681-E6B4-52B5-598011D94CEA}"/>
              </a:ext>
            </a:extLst>
          </p:cNvPr>
          <p:cNvSpPr txBox="1"/>
          <p:nvPr/>
        </p:nvSpPr>
        <p:spPr>
          <a:xfrm>
            <a:off x="1714500" y="91705"/>
            <a:ext cx="85820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Sistema de Consulta de Usuários via API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AA7C7D-5A5C-8E48-237D-A3F57AC87AE7}"/>
              </a:ext>
            </a:extLst>
          </p:cNvPr>
          <p:cNvSpPr txBox="1"/>
          <p:nvPr/>
        </p:nvSpPr>
        <p:spPr>
          <a:xfrm>
            <a:off x="990145" y="676480"/>
            <a:ext cx="959322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Funcionalidades</a:t>
            </a:r>
          </a:p>
          <a:p>
            <a:r>
              <a:rPr lang="pt-BR" sz="2000" dirty="0"/>
              <a:t>-Buscar usuários de uma API pública</a:t>
            </a:r>
          </a:p>
          <a:p>
            <a:r>
              <a:rPr lang="pt-BR" sz="2000" dirty="0"/>
              <a:t>-Exibir: Nome, Usuário, E-mail, Telefone, Cidade, Empresa </a:t>
            </a:r>
          </a:p>
          <a:p>
            <a:r>
              <a:rPr lang="pt-BR" sz="2000" dirty="0"/>
              <a:t>-Utilizar: HTML, CSS </a:t>
            </a:r>
          </a:p>
          <a:p>
            <a:r>
              <a:rPr lang="pt-BR" sz="2000" dirty="0" err="1"/>
              <a:t>JavaScript</a:t>
            </a:r>
            <a:r>
              <a:rPr lang="pt-BR" sz="2000" dirty="0"/>
              <a:t> externo </a:t>
            </a:r>
          </a:p>
          <a:p>
            <a:r>
              <a:rPr lang="pt-BR" sz="2000" dirty="0" err="1"/>
              <a:t>Fetch</a:t>
            </a:r>
            <a:r>
              <a:rPr lang="pt-BR" sz="2000" dirty="0"/>
              <a:t> API </a:t>
            </a:r>
          </a:p>
          <a:p>
            <a:r>
              <a:rPr lang="pt-BR" sz="2000" dirty="0" err="1"/>
              <a:t>Async</a:t>
            </a:r>
            <a:r>
              <a:rPr lang="pt-BR" sz="2000" dirty="0"/>
              <a:t>/</a:t>
            </a:r>
            <a:r>
              <a:rPr lang="pt-BR" sz="2000" dirty="0" err="1"/>
              <a:t>Await</a:t>
            </a:r>
            <a:r>
              <a:rPr lang="pt-BR" sz="2000" dirty="0"/>
              <a:t> </a:t>
            </a:r>
          </a:p>
          <a:p>
            <a:r>
              <a:rPr lang="pt-BR" sz="2000" dirty="0"/>
              <a:t>JSON </a:t>
            </a:r>
          </a:p>
          <a:p>
            <a:r>
              <a:rPr lang="pt-BR" sz="2000" dirty="0"/>
              <a:t>API utilizada: </a:t>
            </a:r>
            <a:r>
              <a:rPr lang="pt-BR" sz="2400" dirty="0"/>
              <a:t>https://jsonplaceholder.typicode.com/users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10315A2-9209-C8B9-B506-18079234A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936" y="3600356"/>
            <a:ext cx="8143992" cy="301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83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0C781C-DCEE-8537-DC11-6B75EB5E8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E84567E-DAD9-07CC-2D38-2DB55D4548C5}"/>
              </a:ext>
            </a:extLst>
          </p:cNvPr>
          <p:cNvSpPr txBox="1"/>
          <p:nvPr/>
        </p:nvSpPr>
        <p:spPr>
          <a:xfrm>
            <a:off x="2737983" y="91705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Desafios</a:t>
            </a:r>
            <a:endParaRPr lang="pt-BR" sz="80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04BD974-D374-156B-1879-21CA4440CFCB}"/>
              </a:ext>
            </a:extLst>
          </p:cNvPr>
          <p:cNvSpPr txBox="1"/>
          <p:nvPr/>
        </p:nvSpPr>
        <p:spPr>
          <a:xfrm>
            <a:off x="825910" y="873125"/>
            <a:ext cx="1101212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1</a:t>
            </a:r>
            <a:r>
              <a:rPr lang="pt-BR" sz="2000" dirty="0"/>
              <a:t>) Criar um site HTML com CSS e </a:t>
            </a:r>
            <a:r>
              <a:rPr lang="pt-BR" sz="2000" dirty="0" err="1"/>
              <a:t>JavaScript</a:t>
            </a:r>
            <a:r>
              <a:rPr lang="pt-BR" sz="2000" dirty="0"/>
              <a:t> externo que busque usuários pela API e permita pesquisar pelo nome. </a:t>
            </a:r>
          </a:p>
          <a:p>
            <a:r>
              <a:rPr lang="pt-BR" sz="2000" dirty="0"/>
              <a:t>Mostre quantidade de usuários. </a:t>
            </a:r>
          </a:p>
          <a:p>
            <a:r>
              <a:rPr lang="pt-BR" sz="2000" dirty="0"/>
              <a:t>Mostre foto do usuário. </a:t>
            </a:r>
          </a:p>
          <a:p>
            <a:r>
              <a:rPr lang="pt-BR" sz="2000" dirty="0"/>
              <a:t>Exiba data e hora da consulta. </a:t>
            </a:r>
          </a:p>
          <a:p>
            <a:r>
              <a:rPr lang="pt-BR" sz="2000" dirty="0"/>
              <a:t>Utilize </a:t>
            </a:r>
            <a:r>
              <a:rPr lang="pt-BR" sz="2400" dirty="0" err="1"/>
              <a:t>async</a:t>
            </a:r>
            <a:r>
              <a:rPr lang="pt-BR" sz="2400" dirty="0"/>
              <a:t>/</a:t>
            </a:r>
            <a:r>
              <a:rPr lang="pt-BR" sz="2400" dirty="0" err="1"/>
              <a:t>await</a:t>
            </a:r>
            <a:r>
              <a:rPr lang="pt-BR" sz="2000" dirty="0"/>
              <a:t>. </a:t>
            </a:r>
          </a:p>
          <a:p>
            <a:r>
              <a:rPr lang="pt-BR" sz="2000" dirty="0"/>
              <a:t>Utilize </a:t>
            </a:r>
            <a:r>
              <a:rPr lang="pt-BR" sz="2400" dirty="0" err="1"/>
              <a:t>JSON.stringify</a:t>
            </a:r>
            <a:r>
              <a:rPr lang="pt-BR" sz="2400" dirty="0"/>
              <a:t>()</a:t>
            </a:r>
            <a:r>
              <a:rPr lang="pt-BR" sz="2000" dirty="0"/>
              <a:t> para exibir os dados brutos da API em um </a:t>
            </a:r>
            <a:r>
              <a:rPr lang="pt-BR" sz="2400" dirty="0"/>
              <a:t>&lt;</a:t>
            </a:r>
            <a:r>
              <a:rPr lang="pt-BR" sz="2400" dirty="0" err="1"/>
              <a:t>textarea</a:t>
            </a:r>
            <a:r>
              <a:rPr lang="pt-BR" sz="2400" dirty="0"/>
              <a:t>&gt;</a:t>
            </a:r>
            <a:r>
              <a:rPr lang="pt-BR" sz="2000" dirty="0"/>
              <a:t>.</a:t>
            </a:r>
          </a:p>
          <a:p>
            <a:endParaRPr lang="pt-BR" sz="2000" dirty="0"/>
          </a:p>
          <a:p>
            <a:r>
              <a:rPr lang="pt-BR" sz="2000" b="1" dirty="0"/>
              <a:t>2</a:t>
            </a:r>
            <a:r>
              <a:rPr lang="pt-BR" sz="2000" dirty="0"/>
              <a:t>) Criar um site HTML com CSS e </a:t>
            </a:r>
            <a:r>
              <a:rPr lang="pt-BR" sz="2000" dirty="0" err="1"/>
              <a:t>JavaScript</a:t>
            </a:r>
            <a:r>
              <a:rPr lang="pt-BR" sz="2000" dirty="0"/>
              <a:t> externo que busque pela API do cep dos correios o respectivo endereço completo. </a:t>
            </a:r>
          </a:p>
          <a:p>
            <a:r>
              <a:rPr lang="pt-BR" sz="2000" dirty="0"/>
              <a:t>Busque </a:t>
            </a:r>
            <a:r>
              <a:rPr lang="pt-BR" sz="2000" dirty="0" err="1"/>
              <a:t>ceps</a:t>
            </a:r>
            <a:r>
              <a:rPr lang="pt-BR" sz="2000" dirty="0"/>
              <a:t> da API. </a:t>
            </a:r>
          </a:p>
          <a:p>
            <a:r>
              <a:rPr lang="pt-BR" sz="2000" dirty="0"/>
              <a:t>Permita pesquisar pelo CEP</a:t>
            </a:r>
          </a:p>
          <a:p>
            <a:r>
              <a:rPr lang="pt-BR" sz="2000" dirty="0"/>
              <a:t>Exiba data e hora da consulta. </a:t>
            </a:r>
          </a:p>
          <a:p>
            <a:r>
              <a:rPr lang="pt-BR" sz="2000" dirty="0"/>
              <a:t>Utilize </a:t>
            </a:r>
            <a:r>
              <a:rPr lang="pt-BR" sz="2000" dirty="0" err="1"/>
              <a:t>async</a:t>
            </a:r>
            <a:r>
              <a:rPr lang="pt-BR" sz="2000" dirty="0"/>
              <a:t>/</a:t>
            </a:r>
            <a:r>
              <a:rPr lang="pt-BR" sz="2000" dirty="0" err="1"/>
              <a:t>await</a:t>
            </a:r>
            <a:r>
              <a:rPr lang="pt-BR" sz="2000" dirty="0"/>
              <a:t>. </a:t>
            </a:r>
          </a:p>
          <a:p>
            <a:r>
              <a:rPr lang="pt-BR" sz="2000" dirty="0"/>
              <a:t>Utilize </a:t>
            </a:r>
            <a:r>
              <a:rPr lang="pt-BR" sz="2000" dirty="0" err="1"/>
              <a:t>JSON.stringify</a:t>
            </a:r>
            <a:r>
              <a:rPr lang="pt-BR" sz="2000" dirty="0"/>
              <a:t>() para exibir os dados brutos da API em um &lt;</a:t>
            </a:r>
            <a:r>
              <a:rPr lang="pt-BR" sz="2000" dirty="0" err="1"/>
              <a:t>textarea</a:t>
            </a:r>
            <a:r>
              <a:rPr lang="pt-BR" sz="2000" dirty="0"/>
              <a:t>&gt;.</a:t>
            </a:r>
          </a:p>
        </p:txBody>
      </p:sp>
    </p:spTree>
    <p:extLst>
      <p:ext uri="{BB962C8B-B14F-4D97-AF65-F5344CB8AC3E}">
        <p14:creationId xmlns:p14="http://schemas.microsoft.com/office/powerpoint/2010/main" val="2100715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882161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1151891" y="1465094"/>
            <a:ext cx="9888217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Nesta aula </a:t>
            </a:r>
            <a:r>
              <a:rPr lang="en-US" sz="3200" dirty="0" err="1"/>
              <a:t>aprendemos</a:t>
            </a:r>
            <a:r>
              <a:rPr lang="en-US" sz="32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JSON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Objetos e </a:t>
            </a:r>
            <a:r>
              <a:rPr lang="pt-BR" sz="2400" dirty="0" err="1"/>
              <a:t>Arrays</a:t>
            </a:r>
            <a:r>
              <a:rPr lang="pt-BR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APIs REST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HTTP GET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err="1"/>
              <a:t>Fetch</a:t>
            </a:r>
            <a:r>
              <a:rPr lang="pt-BR" sz="2400" dirty="0"/>
              <a:t> API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err="1"/>
              <a:t>Async</a:t>
            </a:r>
            <a:r>
              <a:rPr lang="pt-BR" sz="2400" dirty="0"/>
              <a:t>/</a:t>
            </a:r>
            <a:r>
              <a:rPr lang="pt-BR" sz="2400" dirty="0" err="1"/>
              <a:t>Await</a:t>
            </a:r>
            <a:r>
              <a:rPr lang="pt-BR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Manipulação do DOM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err="1"/>
              <a:t>JSON.parse</a:t>
            </a:r>
            <a:r>
              <a:rPr lang="pt-BR" sz="2400" dirty="0"/>
              <a:t>()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err="1"/>
              <a:t>JSON.stringify</a:t>
            </a:r>
            <a:r>
              <a:rPr lang="pt-BR" sz="24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1475</TotalTime>
  <Words>736</Words>
  <Application>Microsoft Office PowerPoint</Application>
  <PresentationFormat>Widescreen</PresentationFormat>
  <Paragraphs>137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490</cp:revision>
  <dcterms:created xsi:type="dcterms:W3CDTF">2026-03-07T12:30:21Z</dcterms:created>
  <dcterms:modified xsi:type="dcterms:W3CDTF">2026-06-23T18:09:07Z</dcterms:modified>
</cp:coreProperties>
</file>