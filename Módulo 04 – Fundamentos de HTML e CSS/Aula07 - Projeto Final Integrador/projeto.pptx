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873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pt-BR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154" y="77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Slide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C26EDEF-C4C9-318D-B276-3852E708265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F1503A39-401B-F916-1A91-62D94AFEB1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pt-BR"/>
              <a:t>Clique para editar o estilo do subtítulo Mestre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5DEF355B-8D59-C1D6-B3A8-365C156B57D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DA126223-B925-1E91-69EB-5FB579E7CD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2E91B674-05F9-0A01-8267-143C97D445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6917379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6E1B00E-215F-C6E9-309F-BED0D04B1B2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F238396E-FA88-7772-F331-CFAA0617470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8C14DC62-BB5C-C34F-BE56-A0A84354FB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41889F09-7CF5-6CCC-A167-193F8DE67A5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71D61863-0107-5A68-D429-B5A4C52B917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6419844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Cabeçalho da Se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F60DA09-C786-76A0-0312-A15B6D3C46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9AE49009-D902-5CDB-C749-F265BDE6C20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754F1BF1-BF77-E6B5-45AF-B02256CA2C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C7424CBF-9479-3686-B01F-F6F5420896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A819EBCB-6E31-26C8-C298-F7FB6E7E632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8483283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uas Partes de Conteúd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568DC28-EB15-856F-B863-65AD7511E58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8B7BF6A0-5362-2FFA-FC30-2F0EF2D1C2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24618374-C864-5862-312E-A8A756491E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F975D93B-6DF9-6071-7E2F-8B5AC24F9B3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9549D68-C2E8-04CA-5AB2-B4A80202E2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ECDCF356-FFB1-6F04-A364-A6CBED34B1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09275056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çã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A56C45F-A922-443C-920E-185F22A9BB0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3CC92B9D-221F-6C1E-CC54-252D128182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4" name="Espaço Reservado para Conteúdo 3">
            <a:extLst>
              <a:ext uri="{FF2B5EF4-FFF2-40B4-BE49-F238E27FC236}">
                <a16:creationId xmlns:a16="http://schemas.microsoft.com/office/drawing/2014/main" id="{9DB42A1B-2D5B-3A18-3D27-0E3DB5ED60A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5" name="Espaço Reservado para Texto 4">
            <a:extLst>
              <a:ext uri="{FF2B5EF4-FFF2-40B4-BE49-F238E27FC236}">
                <a16:creationId xmlns:a16="http://schemas.microsoft.com/office/drawing/2014/main" id="{4B0FE7C9-04C8-AE5D-C50F-FBB2BFE1FC82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6" name="Espaço Reservado para Conteúdo 5">
            <a:extLst>
              <a:ext uri="{FF2B5EF4-FFF2-40B4-BE49-F238E27FC236}">
                <a16:creationId xmlns:a16="http://schemas.microsoft.com/office/drawing/2014/main" id="{19EDFB4B-18E6-244F-620B-1E18CB95115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7" name="Espaço Reservado para Data 6">
            <a:extLst>
              <a:ext uri="{FF2B5EF4-FFF2-40B4-BE49-F238E27FC236}">
                <a16:creationId xmlns:a16="http://schemas.microsoft.com/office/drawing/2014/main" id="{B0C129F7-8C4B-46B8-D985-62234EDE52B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8" name="Espaço Reservado para Rodapé 7">
            <a:extLst>
              <a:ext uri="{FF2B5EF4-FFF2-40B4-BE49-F238E27FC236}">
                <a16:creationId xmlns:a16="http://schemas.microsoft.com/office/drawing/2014/main" id="{FA6CB1CD-09F1-2643-5033-B041DC0DD80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9" name="Espaço Reservado para Número de Slide 8">
            <a:extLst>
              <a:ext uri="{FF2B5EF4-FFF2-40B4-BE49-F238E27FC236}">
                <a16:creationId xmlns:a16="http://schemas.microsoft.com/office/drawing/2014/main" id="{A48C1829-28D7-EEAD-8B24-8F7AD56082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1114552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ment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2D8D8A-7132-2872-CB53-57BA343080E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Data 2">
            <a:extLst>
              <a:ext uri="{FF2B5EF4-FFF2-40B4-BE49-F238E27FC236}">
                <a16:creationId xmlns:a16="http://schemas.microsoft.com/office/drawing/2014/main" id="{F1CE8DF6-9334-8ED6-A424-734CBA37B2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4" name="Espaço Reservado para Rodapé 3">
            <a:extLst>
              <a:ext uri="{FF2B5EF4-FFF2-40B4-BE49-F238E27FC236}">
                <a16:creationId xmlns:a16="http://schemas.microsoft.com/office/drawing/2014/main" id="{4FC5965C-3D3C-3081-CE0A-93404827DE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5" name="Espaço Reservado para Número de Slide 4">
            <a:extLst>
              <a:ext uri="{FF2B5EF4-FFF2-40B4-BE49-F238E27FC236}">
                <a16:creationId xmlns:a16="http://schemas.microsoft.com/office/drawing/2014/main" id="{FB32FBB7-46A4-1BB6-E6FF-2DBC475DDA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4055950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m Br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Data 1">
            <a:extLst>
              <a:ext uri="{FF2B5EF4-FFF2-40B4-BE49-F238E27FC236}">
                <a16:creationId xmlns:a16="http://schemas.microsoft.com/office/drawing/2014/main" id="{4BD3D64A-CE08-8E42-38AF-3754A4D0D4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3" name="Espaço Reservado para Rodapé 2">
            <a:extLst>
              <a:ext uri="{FF2B5EF4-FFF2-40B4-BE49-F238E27FC236}">
                <a16:creationId xmlns:a16="http://schemas.microsoft.com/office/drawing/2014/main" id="{6FF62712-44D2-0A1B-6D2C-022A166CF0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4" name="Espaço Reservado para Número de Slide 3">
            <a:extLst>
              <a:ext uri="{FF2B5EF4-FFF2-40B4-BE49-F238E27FC236}">
                <a16:creationId xmlns:a16="http://schemas.microsoft.com/office/drawing/2014/main" id="{C4B8DAC2-E647-9436-BC48-9C93D59D90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432506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údo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3958732-6768-A032-8D1F-7DF3DF7AAAF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Conteúdo 2">
            <a:extLst>
              <a:ext uri="{FF2B5EF4-FFF2-40B4-BE49-F238E27FC236}">
                <a16:creationId xmlns:a16="http://schemas.microsoft.com/office/drawing/2014/main" id="{177FA7A0-105A-1BB8-9DD4-BF269C26290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7F453FB6-95FE-08BC-A20F-98A3A80EF8D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D58C392D-5A19-950E-8AA4-88885798A9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86E7E206-90B4-0488-8EBD-878F3FE857E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18735E46-5D61-BA73-587D-71E3E5035F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3496952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m com Le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85E00325-60D6-A20D-ED88-6042BC58917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Imagem 2">
            <a:extLst>
              <a:ext uri="{FF2B5EF4-FFF2-40B4-BE49-F238E27FC236}">
                <a16:creationId xmlns:a16="http://schemas.microsoft.com/office/drawing/2014/main" id="{9D12E794-7AEB-238C-62C4-B2BA8DCF267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pt-BR"/>
          </a:p>
        </p:txBody>
      </p:sp>
      <p:sp>
        <p:nvSpPr>
          <p:cNvPr id="4" name="Espaço Reservado para Texto 3">
            <a:extLst>
              <a:ext uri="{FF2B5EF4-FFF2-40B4-BE49-F238E27FC236}">
                <a16:creationId xmlns:a16="http://schemas.microsoft.com/office/drawing/2014/main" id="{01EB601F-A84C-4BDA-BA7F-BF7496FBC97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pt-BR"/>
              <a:t>Clique para editar os estilos de texto Mestres</a:t>
            </a:r>
          </a:p>
        </p:txBody>
      </p:sp>
      <p:sp>
        <p:nvSpPr>
          <p:cNvPr id="5" name="Espaço Reservado para Data 4">
            <a:extLst>
              <a:ext uri="{FF2B5EF4-FFF2-40B4-BE49-F238E27FC236}">
                <a16:creationId xmlns:a16="http://schemas.microsoft.com/office/drawing/2014/main" id="{67DD824F-0A48-33A0-CE8D-71AAA3778A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6" name="Espaço Reservado para Rodapé 5">
            <a:extLst>
              <a:ext uri="{FF2B5EF4-FFF2-40B4-BE49-F238E27FC236}">
                <a16:creationId xmlns:a16="http://schemas.microsoft.com/office/drawing/2014/main" id="{37B29D2F-C6A1-7688-A00C-F87F7534BD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7" name="Espaço Reservado para Número de Slide 6">
            <a:extLst>
              <a:ext uri="{FF2B5EF4-FFF2-40B4-BE49-F238E27FC236}">
                <a16:creationId xmlns:a16="http://schemas.microsoft.com/office/drawing/2014/main" id="{5DA3C3AB-4B98-7530-F7DF-A282B306A8C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39392685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e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DB00038-1112-DB26-DE2F-035D9E0D2B0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D9C7C8CE-92B2-E717-B4CD-A2A5FF6DC25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08AA4FBA-2E3F-4D11-2069-2EAA6A7083E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715F877-875E-59DB-F650-34BC922A5F3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9B276F08-DCF2-ABCB-DD63-8B37128CC26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25374833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exto e Títul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Vertical 1">
            <a:extLst>
              <a:ext uri="{FF2B5EF4-FFF2-40B4-BE49-F238E27FC236}">
                <a16:creationId xmlns:a16="http://schemas.microsoft.com/office/drawing/2014/main" id="{EA8F9E97-A6C2-0114-9D86-64C0AE0BDAA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Vertical 2">
            <a:extLst>
              <a:ext uri="{FF2B5EF4-FFF2-40B4-BE49-F238E27FC236}">
                <a16:creationId xmlns:a16="http://schemas.microsoft.com/office/drawing/2014/main" id="{0476E190-A870-0B95-EFFA-C4C6FB155443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EA964EB0-EAF7-DAD0-3F87-9B451A89377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F35D60F9-51DC-6E66-5501-9E4D498CA2A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5FA1CAA0-D65C-169B-AB35-9F61ABBFF2F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181763616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ço Reservado para Título 1">
            <a:extLst>
              <a:ext uri="{FF2B5EF4-FFF2-40B4-BE49-F238E27FC236}">
                <a16:creationId xmlns:a16="http://schemas.microsoft.com/office/drawing/2014/main" id="{8459E916-36EC-01A2-529A-9C19B57E7AC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pt-BR"/>
              <a:t>Clique para editar o título Mestre</a:t>
            </a:r>
          </a:p>
        </p:txBody>
      </p:sp>
      <p:sp>
        <p:nvSpPr>
          <p:cNvPr id="3" name="Espaço Reservado para Texto 2">
            <a:extLst>
              <a:ext uri="{FF2B5EF4-FFF2-40B4-BE49-F238E27FC236}">
                <a16:creationId xmlns:a16="http://schemas.microsoft.com/office/drawing/2014/main" id="{6F74F8FD-902F-3B38-958E-9AAD4975747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pt-BR"/>
              <a:t>Clique para editar os estilos de texto Mestres</a:t>
            </a:r>
          </a:p>
          <a:p>
            <a:pPr lvl="1"/>
            <a:r>
              <a:rPr lang="pt-BR"/>
              <a:t>Segundo nível</a:t>
            </a:r>
          </a:p>
          <a:p>
            <a:pPr lvl="2"/>
            <a:r>
              <a:rPr lang="pt-BR"/>
              <a:t>Terceiro nível</a:t>
            </a:r>
          </a:p>
          <a:p>
            <a:pPr lvl="3"/>
            <a:r>
              <a:rPr lang="pt-BR"/>
              <a:t>Quarto nível</a:t>
            </a:r>
          </a:p>
          <a:p>
            <a:pPr lvl="4"/>
            <a:r>
              <a:rPr lang="pt-BR"/>
              <a:t>Quinto nível</a:t>
            </a:r>
          </a:p>
        </p:txBody>
      </p:sp>
      <p:sp>
        <p:nvSpPr>
          <p:cNvPr id="4" name="Espaço Reservado para Data 3">
            <a:extLst>
              <a:ext uri="{FF2B5EF4-FFF2-40B4-BE49-F238E27FC236}">
                <a16:creationId xmlns:a16="http://schemas.microsoft.com/office/drawing/2014/main" id="{62EE52C2-86E8-D78C-E6E3-BA88D097574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3B9E32-6E80-4D53-91DE-27D3C230E817}" type="datetimeFigureOut">
              <a:rPr lang="pt-BR" smtClean="0"/>
              <a:t>01/06/2026</a:t>
            </a:fld>
            <a:endParaRPr lang="pt-BR"/>
          </a:p>
        </p:txBody>
      </p:sp>
      <p:sp>
        <p:nvSpPr>
          <p:cNvPr id="5" name="Espaço Reservado para Rodapé 4">
            <a:extLst>
              <a:ext uri="{FF2B5EF4-FFF2-40B4-BE49-F238E27FC236}">
                <a16:creationId xmlns:a16="http://schemas.microsoft.com/office/drawing/2014/main" id="{2760C8BC-3B4F-70AD-B51D-3912E7F16F5E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pt-BR"/>
          </a:p>
        </p:txBody>
      </p:sp>
      <p:sp>
        <p:nvSpPr>
          <p:cNvPr id="6" name="Espaço Reservado para Número de Slide 5">
            <a:extLst>
              <a:ext uri="{FF2B5EF4-FFF2-40B4-BE49-F238E27FC236}">
                <a16:creationId xmlns:a16="http://schemas.microsoft.com/office/drawing/2014/main" id="{B56EDFA4-6AE3-3A92-D6FD-EFB36957ADF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F59C19-291E-4815-B2DB-EE03D966D8AB}" type="slidenum">
              <a:rPr lang="pt-BR" smtClean="0"/>
              <a:t>‹nº›</a:t>
            </a:fld>
            <a:endParaRPr lang="pt-BR"/>
          </a:p>
        </p:txBody>
      </p:sp>
    </p:spTree>
    <p:extLst>
      <p:ext uri="{BB962C8B-B14F-4D97-AF65-F5344CB8AC3E}">
        <p14:creationId xmlns:p14="http://schemas.microsoft.com/office/powerpoint/2010/main" val="82949757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874" r:id="rId1"/>
    <p:sldLayoutId id="2147483875" r:id="rId2"/>
    <p:sldLayoutId id="2147483876" r:id="rId3"/>
    <p:sldLayoutId id="2147483877" r:id="rId4"/>
    <p:sldLayoutId id="2147483878" r:id="rId5"/>
    <p:sldLayoutId id="2147483879" r:id="rId6"/>
    <p:sldLayoutId id="2147483880" r:id="rId7"/>
    <p:sldLayoutId id="2147483881" r:id="rId8"/>
    <p:sldLayoutId id="2147483882" r:id="rId9"/>
    <p:sldLayoutId id="2147483883" r:id="rId10"/>
    <p:sldLayoutId id="214748388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BR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ítulo 2">
            <a:extLst>
              <a:ext uri="{FF2B5EF4-FFF2-40B4-BE49-F238E27FC236}">
                <a16:creationId xmlns:a16="http://schemas.microsoft.com/office/drawing/2014/main" id="{78D92EAB-C137-32F9-5DA4-7C2E746E7C7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784258"/>
          </a:xfrm>
        </p:spPr>
        <p:txBody>
          <a:bodyPr>
            <a:noAutofit/>
          </a:bodyPr>
          <a:lstStyle/>
          <a:p>
            <a:pPr algn="l"/>
            <a:r>
              <a:rPr lang="pt-BR" sz="1400" b="1" dirty="0"/>
              <a:t>Diretrizes para o "Projeto Final Integrador do módulo HTML e CSS".</a:t>
            </a:r>
          </a:p>
          <a:p>
            <a:pPr algn="l"/>
            <a:r>
              <a:rPr lang="pt-BR" sz="1400" b="1" dirty="0"/>
              <a:t>O objetivo é consolidar os conhecimentos desenvolvidos ao longo das aulas por meio da criação de uma interface web moderna, organizada e responsiva.</a:t>
            </a:r>
          </a:p>
          <a:p>
            <a:pPr algn="l"/>
            <a:r>
              <a:rPr lang="pt-BR" sz="1400" b="1" dirty="0"/>
              <a:t>Esta atividade será prática e em grupo.</a:t>
            </a:r>
          </a:p>
          <a:p>
            <a:pPr algn="l"/>
            <a:r>
              <a:rPr lang="pt-BR" sz="1400" b="1" dirty="0"/>
              <a:t>Entrega será no dia 01/06/2026 das 18:40 - 20:59 ao qual deverá ser postado no AKADEMOS por todos os integrantes do grupo de forma individual o mesmo conteúdo do trabalho(Site HTML+CSS + apresentação).</a:t>
            </a:r>
          </a:p>
          <a:p>
            <a:pPr algn="l"/>
            <a:r>
              <a:rPr lang="pt-BR" sz="1400" b="1" dirty="0"/>
              <a:t> As equipes terão 10 minutos para apresentação para avaliação.  A apresentação está programada para iniciar das 21:00 - 21:40.</a:t>
            </a:r>
          </a:p>
          <a:p>
            <a:pPr algn="l"/>
            <a:r>
              <a:rPr lang="pt-BR" sz="1400" b="1" dirty="0"/>
              <a:t>GRUPOS:</a:t>
            </a:r>
          </a:p>
          <a:p>
            <a:pPr algn="l"/>
            <a:r>
              <a:rPr lang="pt-BR" sz="1400" b="1" dirty="0"/>
              <a:t>1) Mercúrio - Nilton, Maria Luiza, Natan,  Laura, </a:t>
            </a:r>
            <a:r>
              <a:rPr lang="pt-BR" sz="1400" b="1" dirty="0" err="1"/>
              <a:t>Julio</a:t>
            </a:r>
            <a:r>
              <a:rPr lang="pt-BR" sz="1400" b="1" dirty="0"/>
              <a:t> e Igor  2) Vênus - Luiz, </a:t>
            </a:r>
            <a:r>
              <a:rPr lang="pt-BR" sz="1400" b="1" dirty="0" err="1"/>
              <a:t>Brayan</a:t>
            </a:r>
            <a:r>
              <a:rPr lang="pt-BR" sz="1400" b="1" dirty="0"/>
              <a:t>, Vilmar, </a:t>
            </a:r>
            <a:r>
              <a:rPr lang="pt-BR" sz="1400" b="1" dirty="0" err="1"/>
              <a:t>Nickolas</a:t>
            </a:r>
            <a:r>
              <a:rPr lang="pt-BR" sz="1400" b="1" dirty="0"/>
              <a:t>, Hugo. Gustavo, </a:t>
            </a:r>
          </a:p>
          <a:p>
            <a:pPr algn="l"/>
            <a:r>
              <a:rPr lang="pt-BR" sz="1400" b="1" dirty="0"/>
              <a:t>3) Terra - Airam, Lucas, Gabriel, Carlos, </a:t>
            </a:r>
            <a:r>
              <a:rPr lang="pt-BR" sz="1400" b="1" dirty="0" err="1"/>
              <a:t>Guilheme</a:t>
            </a:r>
            <a:r>
              <a:rPr lang="pt-BR" sz="1400" b="1" dirty="0"/>
              <a:t> </a:t>
            </a:r>
            <a:r>
              <a:rPr lang="pt-BR" sz="1400" b="1" dirty="0" err="1"/>
              <a:t>leicht</a:t>
            </a:r>
            <a:r>
              <a:rPr lang="pt-BR" sz="1400" b="1" dirty="0"/>
              <a:t>        4) Marte -Jader, Matheus, Giovanni, Miguel, Felipe, Ítalo e Liliane</a:t>
            </a:r>
          </a:p>
          <a:p>
            <a:pPr algn="l"/>
            <a:r>
              <a:rPr lang="pt-BR" sz="1400" b="1" dirty="0"/>
              <a:t> Descrição do Projeto</a:t>
            </a:r>
          </a:p>
          <a:p>
            <a:pPr algn="l"/>
            <a:r>
              <a:rPr lang="pt-BR" sz="1400" b="1" dirty="0"/>
              <a:t>O trabalho deverá ser desenvolvido em grupo e consistirá na criação de uma interface web completa de algum tema diverso contendo os seguintes elementos:</a:t>
            </a:r>
          </a:p>
          <a:p>
            <a:pPr algn="l"/>
            <a:r>
              <a:rPr lang="pt-BR" sz="1400" b="1" dirty="0"/>
              <a:t>Tela de login; Formulário de cadastro;  Menu de navegação;  Área principal com conteúdo;  Rodapé institucional;  Layout responsivo utilizando CSS.</a:t>
            </a:r>
          </a:p>
          <a:p>
            <a:pPr algn="l"/>
            <a:r>
              <a:rPr lang="pt-BR" sz="1400" b="1" dirty="0"/>
              <a:t>Objetivos da Atividade</a:t>
            </a:r>
          </a:p>
          <a:p>
            <a:pPr algn="l"/>
            <a:r>
              <a:rPr lang="pt-BR" sz="1400" b="1" dirty="0"/>
              <a:t>Aplicar conceitos de HTML semântico;  Utilizar CSS para estilização e organização visual;  Implementar layouts responsivos;  Praticar organização de arquivos e estrutura de projeto e   Desenvolver trabalho colaborativo em equipe.</a:t>
            </a:r>
          </a:p>
          <a:p>
            <a:pPr algn="l"/>
            <a:r>
              <a:rPr lang="pt-BR" sz="1400" b="1" dirty="0"/>
              <a:t>Requisitos Técnicos</a:t>
            </a:r>
          </a:p>
          <a:p>
            <a:pPr algn="l"/>
            <a:r>
              <a:rPr lang="pt-BR" sz="1400" b="1" dirty="0"/>
              <a:t>Separação entre HTML, CSS;  Uso de </a:t>
            </a:r>
            <a:r>
              <a:rPr lang="pt-BR" sz="1400" b="1" dirty="0" err="1"/>
              <a:t>Flexbox</a:t>
            </a:r>
            <a:r>
              <a:rPr lang="pt-BR" sz="1400" b="1" dirty="0"/>
              <a:t> ou Grid Layout;  Responsividade para desktop e dispositivos móveis;  Código organizado e comentado;  Boa experiência visual e usabilidade.</a:t>
            </a:r>
          </a:p>
          <a:p>
            <a:pPr algn="l"/>
            <a:r>
              <a:rPr lang="pt-BR" sz="1400" b="1" dirty="0"/>
              <a:t>Critérios de Avaliação</a:t>
            </a:r>
          </a:p>
          <a:p>
            <a:pPr algn="l"/>
            <a:r>
              <a:rPr lang="pt-BR" sz="1400" b="1" dirty="0"/>
              <a:t>Organização do código; Funcionamento correto da interface;  Responsividade;   Qualidade visual;  Criatividade e usabilidade;  Participação da equipe e Apresentação.</a:t>
            </a:r>
          </a:p>
        </p:txBody>
      </p:sp>
    </p:spTree>
    <p:extLst>
      <p:ext uri="{BB962C8B-B14F-4D97-AF65-F5344CB8AC3E}">
        <p14:creationId xmlns:p14="http://schemas.microsoft.com/office/powerpoint/2010/main" val="23931410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38372AB-F3F7-8A70-C933-15A36BEC108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ítulo 2">
            <a:extLst>
              <a:ext uri="{FF2B5EF4-FFF2-40B4-BE49-F238E27FC236}">
                <a16:creationId xmlns:a16="http://schemas.microsoft.com/office/drawing/2014/main" id="{AE45BFB0-FE58-60C6-704C-819C3975159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0" y="0"/>
            <a:ext cx="12192000" cy="6784258"/>
          </a:xfrm>
        </p:spPr>
        <p:txBody>
          <a:bodyPr>
            <a:noAutofit/>
          </a:bodyPr>
          <a:lstStyle/>
          <a:p>
            <a:pPr algn="l"/>
            <a:r>
              <a:rPr lang="pt-BR" b="1" dirty="0"/>
              <a:t>Quais foram os critérios utilizados para essa escolha do tema?</a:t>
            </a:r>
          </a:p>
          <a:p>
            <a:pPr algn="l"/>
            <a:r>
              <a:rPr lang="pt-BR" b="1" dirty="0"/>
              <a:t>Cite alguns exemplos utilizados no projeto da aplicação do HTML.</a:t>
            </a:r>
          </a:p>
          <a:p>
            <a:pPr algn="l"/>
            <a:r>
              <a:rPr lang="pt-BR" b="1" dirty="0"/>
              <a:t>Quais técnicas de responsividade foram implementadas para garantir o funcionamento adequado em dispositivos móveis e desktops?</a:t>
            </a:r>
          </a:p>
          <a:p>
            <a:pPr algn="l"/>
            <a:r>
              <a:rPr lang="pt-BR" b="1" dirty="0"/>
              <a:t>Explique onde essas tecnologias foram aplicadas e por quê.</a:t>
            </a:r>
          </a:p>
          <a:p>
            <a:pPr algn="l"/>
            <a:r>
              <a:rPr lang="pt-BR" b="1" dirty="0"/>
              <a:t>Como foi realizada a divisão das tarefas entre os integrantes da equipe durante o desenvolvimento do trabalho?</a:t>
            </a:r>
          </a:p>
          <a:p>
            <a:pPr algn="l"/>
            <a:r>
              <a:rPr lang="pt-BR" b="1" dirty="0"/>
              <a:t>Quais foram os principais desafios encontrados durante a criação da interface e como o grupo resolveu esses problemas?</a:t>
            </a:r>
          </a:p>
          <a:p>
            <a:pPr algn="l"/>
            <a:r>
              <a:rPr lang="pt-BR" b="1" dirty="0"/>
              <a:t>Como foi organizada a separação entre os arquivos HTML e CSS do projeto?</a:t>
            </a:r>
          </a:p>
          <a:p>
            <a:pPr algn="l"/>
            <a:r>
              <a:rPr lang="pt-BR" b="1" dirty="0"/>
              <a:t>Quais aspectos de usabilidade e experiência do usuário foram considerados durante o desenvolvimento da interface?</a:t>
            </a:r>
          </a:p>
          <a:p>
            <a:pPr algn="l"/>
            <a:r>
              <a:rPr lang="pt-BR" b="1" dirty="0"/>
              <a:t>Se o grupo tivesse mais tempo para desenvolver o projeto, quais melhorias seriam implementadas?</a:t>
            </a:r>
          </a:p>
        </p:txBody>
      </p:sp>
    </p:spTree>
    <p:extLst>
      <p:ext uri="{BB962C8B-B14F-4D97-AF65-F5344CB8AC3E}">
        <p14:creationId xmlns:p14="http://schemas.microsoft.com/office/powerpoint/2010/main" val="3241032005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83</TotalTime>
  <Words>453</Words>
  <Application>Microsoft Office PowerPoint</Application>
  <PresentationFormat>Widescreen</PresentationFormat>
  <Paragraphs>26</Paragraphs>
  <Slides>2</Slides>
  <Notes>0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Tema do Office</vt:lpstr>
      <vt:lpstr>Apresentação do PowerPoint</vt:lpstr>
      <vt:lpstr>Apresentação do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James Kuehl</dc:creator>
  <cp:lastModifiedBy>James Kuehl</cp:lastModifiedBy>
  <cp:revision>5</cp:revision>
  <dcterms:created xsi:type="dcterms:W3CDTF">2026-06-01T21:44:02Z</dcterms:created>
  <dcterms:modified xsi:type="dcterms:W3CDTF">2026-06-01T23:07:06Z</dcterms:modified>
</cp:coreProperties>
</file>