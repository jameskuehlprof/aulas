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81" r:id="rId6"/>
    <p:sldId id="262" r:id="rId7"/>
    <p:sldId id="287" r:id="rId8"/>
    <p:sldId id="282" r:id="rId9"/>
    <p:sldId id="28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920505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Responsividade </a:t>
            </a:r>
          </a:p>
          <a:p>
            <a:pPr algn="ctr"/>
            <a:r>
              <a:rPr lang="pt-BR" sz="5400" b="1" dirty="0"/>
              <a:t>com CSS</a:t>
            </a:r>
            <a:endParaRPr lang="pt-BR" sz="96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4" y="1528305"/>
            <a:ext cx="115454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Entender o conceito de responsividade;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Aplicar a abordagem Mobile </a:t>
            </a:r>
            <a:r>
              <a:rPr lang="pt-BR" sz="2800" dirty="0" err="1"/>
              <a:t>First</a:t>
            </a:r>
            <a:r>
              <a:rPr lang="pt-BR" sz="2800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Utilizar Media </a:t>
            </a:r>
            <a:r>
              <a:rPr lang="pt-BR" sz="2800" dirty="0" err="1"/>
              <a:t>Queries;Criar</a:t>
            </a:r>
            <a:r>
              <a:rPr lang="pt-BR" sz="2800" dirty="0"/>
              <a:t> layouts responsivos com </a:t>
            </a:r>
            <a:r>
              <a:rPr lang="pt-BR" sz="2800" dirty="0" err="1"/>
              <a:t>Flexbox</a:t>
            </a:r>
            <a:r>
              <a:rPr lang="pt-BR" sz="2800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Adaptar páginas para desktop, tablet e dispositivos móveis.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89853" y="40014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Introdução à Responsividade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940562" y="936053"/>
            <a:ext cx="95732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 que é Responsividade?</a:t>
            </a:r>
          </a:p>
          <a:p>
            <a:r>
              <a:rPr lang="pt-BR" sz="2400" dirty="0"/>
              <a:t>Responsividade é a capacidade de um site se adaptar automaticamente a diferentes tamanhos de tela, como: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Smartphones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Tablets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Notebooks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Monitores </a:t>
            </a:r>
            <a:r>
              <a:rPr lang="pt-BR" sz="2400" dirty="0" err="1"/>
              <a:t>widescreen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O objetivo é garantir boa visualização e usabilidade em qualquer dispositivo.</a:t>
            </a:r>
          </a:p>
          <a:p>
            <a:endParaRPr lang="pt-B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2007074" y="36476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Conceito Mobile </a:t>
            </a:r>
            <a:r>
              <a:rPr lang="pt-BR" sz="3200" b="1" dirty="0" err="1"/>
              <a:t>First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699796" y="1217219"/>
            <a:ext cx="10623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 estratégia Mobile </a:t>
            </a:r>
            <a:r>
              <a:rPr lang="pt-BR" sz="2800" dirty="0" err="1"/>
              <a:t>First</a:t>
            </a:r>
            <a:r>
              <a:rPr lang="pt-BR" sz="2800" dirty="0"/>
              <a:t> consiste em:</a:t>
            </a:r>
          </a:p>
          <a:p>
            <a:r>
              <a:rPr lang="pt-BR" sz="2800" dirty="0"/>
              <a:t>Desenvolver primeiro para telas pequenas;</a:t>
            </a:r>
          </a:p>
          <a:p>
            <a:r>
              <a:rPr lang="pt-BR" sz="2800" dirty="0"/>
              <a:t>Depois adicionar adaptações para telas maiores.</a:t>
            </a:r>
          </a:p>
          <a:p>
            <a:endParaRPr lang="pt-BR" sz="2800" b="1" dirty="0"/>
          </a:p>
          <a:p>
            <a:r>
              <a:rPr lang="pt-BR" sz="2800" b="1" dirty="0"/>
              <a:t>Vantagens</a:t>
            </a:r>
          </a:p>
          <a:p>
            <a:r>
              <a:rPr lang="pt-BR" sz="2800" dirty="0"/>
              <a:t>Melhor desempenho;</a:t>
            </a:r>
          </a:p>
          <a:p>
            <a:r>
              <a:rPr lang="pt-BR" sz="2800" dirty="0"/>
              <a:t>Layout mais organizado;</a:t>
            </a:r>
          </a:p>
          <a:p>
            <a:r>
              <a:rPr lang="pt-BR" sz="2800" dirty="0"/>
              <a:t>Melhor experiência em dispositivos móveis;</a:t>
            </a:r>
          </a:p>
          <a:p>
            <a:r>
              <a:rPr lang="pt-BR" sz="2800" dirty="0"/>
              <a:t>Facilidade de manutenção.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893796" y="43407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Meta </a:t>
            </a:r>
            <a:r>
              <a:rPr lang="pt-BR" sz="2400" b="1" dirty="0" err="1"/>
              <a:t>Viewport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893796" y="1078232"/>
            <a:ext cx="85169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Para funcionar corretamente em dispositivos móveis, usamos:</a:t>
            </a:r>
          </a:p>
          <a:p>
            <a:r>
              <a:rPr lang="pt-BR" dirty="0"/>
              <a:t>&lt;meta </a:t>
            </a:r>
            <a:r>
              <a:rPr lang="pt-BR" dirty="0" err="1"/>
              <a:t>name</a:t>
            </a:r>
            <a:r>
              <a:rPr lang="pt-BR" dirty="0"/>
              <a:t>="</a:t>
            </a:r>
            <a:r>
              <a:rPr lang="pt-BR" dirty="0" err="1"/>
              <a:t>viewport</a:t>
            </a:r>
            <a:r>
              <a:rPr lang="pt-BR" dirty="0"/>
              <a:t>" </a:t>
            </a:r>
            <a:r>
              <a:rPr lang="pt-BR" dirty="0" err="1"/>
              <a:t>content</a:t>
            </a:r>
            <a:r>
              <a:rPr lang="pt-BR" dirty="0"/>
              <a:t>="</a:t>
            </a:r>
            <a:r>
              <a:rPr lang="pt-BR" dirty="0" err="1"/>
              <a:t>width</a:t>
            </a:r>
            <a:r>
              <a:rPr lang="pt-BR" dirty="0"/>
              <a:t>=device-</a:t>
            </a:r>
            <a:r>
              <a:rPr lang="pt-BR" dirty="0" err="1"/>
              <a:t>width</a:t>
            </a:r>
            <a:r>
              <a:rPr lang="pt-BR" dirty="0"/>
              <a:t>, </a:t>
            </a:r>
            <a:r>
              <a:rPr lang="pt-BR" dirty="0" err="1"/>
              <a:t>initial-scale</a:t>
            </a:r>
            <a:r>
              <a:rPr lang="pt-BR" dirty="0"/>
              <a:t>=1.0"&gt;</a:t>
            </a:r>
          </a:p>
          <a:p>
            <a:endParaRPr lang="pt-BR" sz="1400" b="1" dirty="0"/>
          </a:p>
          <a:p>
            <a:r>
              <a:rPr lang="pt-BR" sz="1400" b="1" dirty="0"/>
              <a:t>Explicação</a:t>
            </a:r>
          </a:p>
          <a:p>
            <a:r>
              <a:rPr lang="pt-BR" dirty="0" err="1"/>
              <a:t>width</a:t>
            </a:r>
            <a:r>
              <a:rPr lang="pt-BR" dirty="0"/>
              <a:t>=device-</a:t>
            </a:r>
            <a:r>
              <a:rPr lang="pt-BR" dirty="0" err="1"/>
              <a:t>width</a:t>
            </a:r>
            <a:br>
              <a:rPr lang="pt-BR" sz="1400" dirty="0"/>
            </a:br>
            <a:r>
              <a:rPr lang="pt-BR" sz="1400" dirty="0"/>
              <a:t>→ Ajusta a largura conforme o dispositivo.</a:t>
            </a:r>
          </a:p>
          <a:p>
            <a:endParaRPr lang="pt-BR" dirty="0"/>
          </a:p>
          <a:p>
            <a:r>
              <a:rPr lang="pt-BR" dirty="0" err="1"/>
              <a:t>initial-scale</a:t>
            </a:r>
            <a:r>
              <a:rPr lang="pt-BR" dirty="0"/>
              <a:t>=1.0</a:t>
            </a:r>
            <a:br>
              <a:rPr lang="pt-BR" sz="1400" dirty="0"/>
            </a:br>
            <a:r>
              <a:rPr lang="pt-BR" sz="1400" dirty="0"/>
              <a:t>→ Define o nível inicial de zoom.</a:t>
            </a:r>
          </a:p>
          <a:p>
            <a:endParaRPr lang="pt-BR" sz="1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AB0B90-8DB5-E614-BDAD-BE4830A4EF15}"/>
              </a:ext>
            </a:extLst>
          </p:cNvPr>
          <p:cNvSpPr txBox="1"/>
          <p:nvPr/>
        </p:nvSpPr>
        <p:spPr>
          <a:xfrm>
            <a:off x="893796" y="352287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Media Queries</a:t>
            </a:r>
            <a:endParaRPr lang="pt-BR" sz="24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48C95C-A3C9-7543-B515-15740AA219AA}"/>
              </a:ext>
            </a:extLst>
          </p:cNvPr>
          <p:cNvSpPr txBox="1"/>
          <p:nvPr/>
        </p:nvSpPr>
        <p:spPr>
          <a:xfrm>
            <a:off x="893796" y="3984543"/>
            <a:ext cx="851690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O que são Media Queries?</a:t>
            </a:r>
          </a:p>
          <a:p>
            <a:r>
              <a:rPr lang="pt-BR" sz="1400" dirty="0"/>
              <a:t>Media Queries permitem alterar estilos CSS conforme o tamanho da tela.</a:t>
            </a:r>
          </a:p>
          <a:p>
            <a:endParaRPr lang="pt-BR" sz="1400" dirty="0"/>
          </a:p>
          <a:p>
            <a:r>
              <a:rPr lang="pt-BR" sz="1400" b="1" dirty="0"/>
              <a:t>Estrutura Básica</a:t>
            </a:r>
          </a:p>
          <a:p>
            <a:r>
              <a:rPr lang="pt-BR" dirty="0"/>
              <a:t>@media (</a:t>
            </a:r>
            <a:r>
              <a:rPr lang="pt-BR" dirty="0" err="1"/>
              <a:t>max-width</a:t>
            </a:r>
            <a:r>
              <a:rPr lang="pt-BR" dirty="0"/>
              <a:t>: 768px) {</a:t>
            </a:r>
          </a:p>
          <a:p>
            <a:r>
              <a:rPr lang="pt-BR" dirty="0"/>
              <a:t>}</a:t>
            </a:r>
          </a:p>
          <a:p>
            <a:r>
              <a:rPr lang="pt-BR" sz="1400" b="1" dirty="0"/>
              <a:t>Explicação</a:t>
            </a:r>
          </a:p>
          <a:p>
            <a:r>
              <a:rPr lang="pt-BR" dirty="0" err="1"/>
              <a:t>max-width</a:t>
            </a:r>
            <a:r>
              <a:rPr lang="pt-BR" dirty="0"/>
              <a:t>: </a:t>
            </a:r>
            <a:r>
              <a:rPr lang="pt-BR" sz="1400" dirty="0"/>
              <a:t>Aplica estilos até determinado tamanho.</a:t>
            </a:r>
          </a:p>
          <a:p>
            <a:r>
              <a:rPr lang="pt-BR" dirty="0"/>
              <a:t>min-</a:t>
            </a:r>
            <a:r>
              <a:rPr lang="pt-BR" dirty="0" err="1"/>
              <a:t>width</a:t>
            </a:r>
            <a:r>
              <a:rPr lang="pt-BR" dirty="0"/>
              <a:t>: </a:t>
            </a:r>
            <a:r>
              <a:rPr lang="pt-BR" sz="1400" dirty="0"/>
              <a:t>Aplica estilos a partir de determinado tamanho.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ECDF18-78F7-24DA-2706-61482887319F}"/>
              </a:ext>
            </a:extLst>
          </p:cNvPr>
          <p:cNvSpPr txBox="1"/>
          <p:nvPr/>
        </p:nvSpPr>
        <p:spPr>
          <a:xfrm>
            <a:off x="7805737" y="1866900"/>
            <a:ext cx="3847999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Exemplo</a:t>
            </a:r>
            <a:r>
              <a:rPr lang="en-US" b="1" dirty="0"/>
              <a:t> Simples</a:t>
            </a:r>
          </a:p>
          <a:p>
            <a:r>
              <a:rPr lang="en-US" dirty="0"/>
              <a:t>body {</a:t>
            </a:r>
          </a:p>
          <a:p>
            <a:r>
              <a:rPr lang="en-US" dirty="0"/>
              <a:t>    background-color: white;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@media (max-width: 600px) {</a:t>
            </a:r>
          </a:p>
          <a:p>
            <a:r>
              <a:rPr lang="en-US" dirty="0"/>
              <a:t>    body {</a:t>
            </a:r>
          </a:p>
          <a:p>
            <a:r>
              <a:rPr lang="en-US" dirty="0"/>
              <a:t>        background-color: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pt-BR" b="1" dirty="0"/>
              <a:t>Resultado</a:t>
            </a:r>
          </a:p>
          <a:p>
            <a:r>
              <a:rPr lang="pt-BR" dirty="0"/>
              <a:t>Desktop → fundo branco</a:t>
            </a:r>
          </a:p>
          <a:p>
            <a:r>
              <a:rPr lang="pt-BR" dirty="0"/>
              <a:t>Celular → fundo azul claro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89182" y="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Ajustes Responsivos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1143958" y="739740"/>
            <a:ext cx="740949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Ajustando Tamanhos</a:t>
            </a:r>
          </a:p>
          <a:p>
            <a:r>
              <a:rPr lang="pt-BR" b="1" dirty="0"/>
              <a:t>Desktop</a:t>
            </a:r>
          </a:p>
          <a:p>
            <a:r>
              <a:rPr lang="pt-BR" dirty="0"/>
              <a:t>.container {</a:t>
            </a:r>
          </a:p>
          <a:p>
            <a:r>
              <a:rPr lang="pt-BR" dirty="0"/>
              <a:t>    </a:t>
            </a:r>
            <a:r>
              <a:rPr lang="pt-BR" dirty="0" err="1"/>
              <a:t>width</a:t>
            </a:r>
            <a:r>
              <a:rPr lang="pt-BR" dirty="0"/>
              <a:t>: 1200px;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Mobile</a:t>
            </a:r>
          </a:p>
          <a:p>
            <a:r>
              <a:rPr lang="pt-BR" dirty="0"/>
              <a:t>@media (</a:t>
            </a:r>
            <a:r>
              <a:rPr lang="pt-BR" dirty="0" err="1"/>
              <a:t>max-width</a:t>
            </a:r>
            <a:r>
              <a:rPr lang="pt-BR" dirty="0"/>
              <a:t>: 768px) {</a:t>
            </a:r>
          </a:p>
          <a:p>
            <a:r>
              <a:rPr lang="pt-BR" dirty="0"/>
              <a:t>    .container {</a:t>
            </a:r>
          </a:p>
          <a:p>
            <a:r>
              <a:rPr lang="pt-BR" dirty="0"/>
              <a:t>        </a:t>
            </a:r>
            <a:r>
              <a:rPr lang="pt-BR" dirty="0" err="1"/>
              <a:t>width</a:t>
            </a:r>
            <a:r>
              <a:rPr lang="pt-BR" dirty="0"/>
              <a:t>: 100%;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Ajustando Fontes</a:t>
            </a:r>
          </a:p>
          <a:p>
            <a:r>
              <a:rPr lang="pt-BR" dirty="0"/>
              <a:t>h1 {</a:t>
            </a:r>
          </a:p>
          <a:p>
            <a:r>
              <a:rPr lang="pt-BR" dirty="0"/>
              <a:t>    </a:t>
            </a:r>
            <a:r>
              <a:rPr lang="pt-BR" dirty="0" err="1"/>
              <a:t>font-size</a:t>
            </a:r>
            <a:r>
              <a:rPr lang="pt-BR" dirty="0"/>
              <a:t>: 36px;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/>
              <a:t>@media (</a:t>
            </a:r>
            <a:r>
              <a:rPr lang="pt-BR" dirty="0" err="1"/>
              <a:t>max-width</a:t>
            </a:r>
            <a:r>
              <a:rPr lang="pt-BR" dirty="0"/>
              <a:t>: 768px) {</a:t>
            </a:r>
          </a:p>
          <a:p>
            <a:r>
              <a:rPr lang="pt-BR" dirty="0"/>
              <a:t>    h1 {</a:t>
            </a:r>
          </a:p>
          <a:p>
            <a:r>
              <a:rPr lang="pt-BR" dirty="0"/>
              <a:t>        </a:t>
            </a:r>
            <a:r>
              <a:rPr lang="pt-BR" dirty="0" err="1"/>
              <a:t>font-size</a:t>
            </a:r>
            <a:r>
              <a:rPr lang="pt-BR" dirty="0"/>
              <a:t>: 24px;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 err="1"/>
              <a:t>Flexbox</a:t>
            </a:r>
            <a:r>
              <a:rPr lang="pt-BR" sz="3600" b="1" dirty="0"/>
              <a:t> Responsivo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855849" y="1120676"/>
            <a:ext cx="441864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Organização Adaptativa</a:t>
            </a:r>
          </a:p>
          <a:p>
            <a:r>
              <a:rPr lang="pt-BR" dirty="0"/>
              <a:t>O </a:t>
            </a:r>
            <a:r>
              <a:rPr lang="pt-BR" dirty="0" err="1"/>
              <a:t>Flexbox</a:t>
            </a:r>
            <a:r>
              <a:rPr lang="pt-BR" dirty="0"/>
              <a:t> facilita layouts dinâmicos.</a:t>
            </a:r>
          </a:p>
          <a:p>
            <a:r>
              <a:rPr lang="pt-BR" b="1" dirty="0"/>
              <a:t>Exemplo</a:t>
            </a:r>
          </a:p>
          <a:p>
            <a:r>
              <a:rPr lang="pt-BR" dirty="0"/>
              <a:t>.cards {</a:t>
            </a:r>
          </a:p>
          <a:p>
            <a:r>
              <a:rPr lang="pt-BR" dirty="0"/>
              <a:t>    display: </a:t>
            </a:r>
            <a:r>
              <a:rPr lang="pt-BR" dirty="0" err="1"/>
              <a:t>flex</a:t>
            </a:r>
            <a:r>
              <a:rPr lang="pt-BR" dirty="0"/>
              <a:t>;</a:t>
            </a:r>
          </a:p>
          <a:p>
            <a:r>
              <a:rPr lang="pt-BR" dirty="0"/>
              <a:t>    gap: 20px;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Alterando Direção no Mobile</a:t>
            </a:r>
          </a:p>
          <a:p>
            <a:r>
              <a:rPr lang="pt-BR" b="1" dirty="0"/>
              <a:t>Desktop</a:t>
            </a:r>
          </a:p>
          <a:p>
            <a:r>
              <a:rPr lang="pt-BR" dirty="0"/>
              <a:t>.cards {</a:t>
            </a:r>
          </a:p>
          <a:p>
            <a:r>
              <a:rPr lang="pt-BR" dirty="0"/>
              <a:t>    </a:t>
            </a:r>
            <a:r>
              <a:rPr lang="pt-BR" dirty="0" err="1"/>
              <a:t>flex-direction</a:t>
            </a:r>
            <a:r>
              <a:rPr lang="pt-BR" dirty="0"/>
              <a:t>: </a:t>
            </a:r>
            <a:r>
              <a:rPr lang="pt-BR" dirty="0" err="1"/>
              <a:t>row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Mobile</a:t>
            </a:r>
          </a:p>
          <a:p>
            <a:r>
              <a:rPr lang="pt-BR" dirty="0"/>
              <a:t>@media (</a:t>
            </a:r>
            <a:r>
              <a:rPr lang="pt-BR" dirty="0" err="1"/>
              <a:t>max-width</a:t>
            </a:r>
            <a:r>
              <a:rPr lang="pt-BR" dirty="0"/>
              <a:t>: 768px) {</a:t>
            </a:r>
          </a:p>
          <a:p>
            <a:r>
              <a:rPr lang="pt-BR" dirty="0"/>
              <a:t>    .cards {</a:t>
            </a:r>
          </a:p>
          <a:p>
            <a:r>
              <a:rPr lang="pt-BR" dirty="0"/>
              <a:t>        </a:t>
            </a:r>
            <a:r>
              <a:rPr lang="pt-BR" dirty="0" err="1"/>
              <a:t>flex-direction</a:t>
            </a:r>
            <a:r>
              <a:rPr lang="pt-BR" dirty="0"/>
              <a:t>: </a:t>
            </a:r>
            <a:r>
              <a:rPr lang="pt-BR" dirty="0" err="1"/>
              <a:t>column</a:t>
            </a:r>
            <a:r>
              <a:rPr lang="pt-BR" dirty="0"/>
              <a:t>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763E-7987-8A10-12F5-F9FD195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B76D330-1968-7F7F-DD75-2AE11B234992}"/>
              </a:ext>
            </a:extLst>
          </p:cNvPr>
          <p:cNvSpPr txBox="1"/>
          <p:nvPr/>
        </p:nvSpPr>
        <p:spPr>
          <a:xfrm>
            <a:off x="3086101" y="25360"/>
            <a:ext cx="5810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Menus Responsivos</a:t>
            </a:r>
            <a:endParaRPr lang="pt-BR" sz="36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03DE11-D69B-A245-6366-DBBC73ED6C8A}"/>
              </a:ext>
            </a:extLst>
          </p:cNvPr>
          <p:cNvSpPr txBox="1"/>
          <p:nvPr/>
        </p:nvSpPr>
        <p:spPr>
          <a:xfrm>
            <a:off x="1095725" y="671691"/>
            <a:ext cx="35328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Menu Horizontal no Desktop</a:t>
            </a:r>
          </a:p>
          <a:p>
            <a:r>
              <a:rPr lang="pt-BR" dirty="0"/>
              <a:t>.menu {</a:t>
            </a:r>
          </a:p>
          <a:p>
            <a:r>
              <a:rPr lang="pt-BR" dirty="0"/>
              <a:t>    display: </a:t>
            </a:r>
            <a:r>
              <a:rPr lang="pt-BR" dirty="0" err="1"/>
              <a:t>flex</a:t>
            </a:r>
            <a:r>
              <a:rPr lang="pt-BR" dirty="0"/>
              <a:t>;</a:t>
            </a:r>
          </a:p>
          <a:p>
            <a:r>
              <a:rPr lang="pt-BR" dirty="0"/>
              <a:t>    gap: 20px;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Menu Vertical no Mobile</a:t>
            </a:r>
          </a:p>
          <a:p>
            <a:r>
              <a:rPr lang="pt-BR" dirty="0"/>
              <a:t>@media (</a:t>
            </a:r>
            <a:r>
              <a:rPr lang="pt-BR" dirty="0" err="1"/>
              <a:t>max-width</a:t>
            </a:r>
            <a:r>
              <a:rPr lang="pt-BR" dirty="0"/>
              <a:t>: 768px) {</a:t>
            </a:r>
          </a:p>
          <a:p>
            <a:r>
              <a:rPr lang="pt-BR" dirty="0"/>
              <a:t>    .menu {</a:t>
            </a:r>
          </a:p>
          <a:p>
            <a:r>
              <a:rPr lang="pt-BR" dirty="0"/>
              <a:t>        </a:t>
            </a:r>
            <a:r>
              <a:rPr lang="pt-BR" dirty="0" err="1"/>
              <a:t>flex-direction</a:t>
            </a:r>
            <a:r>
              <a:rPr lang="pt-BR" dirty="0"/>
              <a:t>: </a:t>
            </a:r>
            <a:r>
              <a:rPr lang="pt-BR" dirty="0" err="1"/>
              <a:t>column</a:t>
            </a:r>
            <a:r>
              <a:rPr lang="pt-BR" dirty="0"/>
              <a:t>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6D6B25-6E5B-B1D2-C14A-2D4601F2E963}"/>
              </a:ext>
            </a:extLst>
          </p:cNvPr>
          <p:cNvSpPr txBox="1"/>
          <p:nvPr/>
        </p:nvSpPr>
        <p:spPr>
          <a:xfrm>
            <a:off x="899809" y="4411876"/>
            <a:ext cx="9265596" cy="1558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dirty="0" err="1">
                <a:solidFill>
                  <a:srgbClr val="808080"/>
                </a:solidFill>
                <a:latin typeface="Consolas" panose="020B0609020204030204" pitchFamily="49" charset="0"/>
              </a:rPr>
              <a:t>Ex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endParaRPr lang="pt-BR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"#cards"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pt-BR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pt-BR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pt-B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Ver recursos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pt-BR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&lt;main&gt;</a:t>
            </a:r>
          </a:p>
          <a:p>
            <a:r>
              <a:rPr lang="en-US" dirty="0"/>
              <a:t>    &lt;section class="section" id="cards"&gt;</a:t>
            </a:r>
          </a:p>
          <a:p>
            <a:pPr>
              <a:lnSpc>
                <a:spcPts val="1425"/>
              </a:lnSpc>
              <a:buNone/>
            </a:pPr>
            <a:endParaRPr lang="pt-B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26FD46-79D4-8C0B-E84F-96C89E34F2A8}"/>
              </a:ext>
            </a:extLst>
          </p:cNvPr>
          <p:cNvSpPr txBox="1"/>
          <p:nvPr/>
        </p:nvSpPr>
        <p:spPr>
          <a:xfrm>
            <a:off x="1860183" y="3765545"/>
            <a:ext cx="959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Links de texto dentro de uma mesma página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56837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DDE2-3816-F003-C4FD-46FEEEB2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512A-B488-CAB6-86BF-66897EB40C35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 proposto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E35AE5-2CE8-4D7D-BB27-9667E6659D8A}"/>
              </a:ext>
            </a:extLst>
          </p:cNvPr>
          <p:cNvSpPr txBox="1"/>
          <p:nvPr/>
        </p:nvSpPr>
        <p:spPr>
          <a:xfrm>
            <a:off x="584510" y="1052813"/>
            <a:ext cx="10276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Criar um site HTML com CSS separado contendo  menu responsivo usando </a:t>
            </a:r>
            <a:r>
              <a:rPr lang="pt-BR" sz="2800" dirty="0" err="1"/>
              <a:t>Flexbox</a:t>
            </a:r>
            <a:r>
              <a:rPr lang="pt-BR" sz="2800" dirty="0"/>
              <a:t> e Media Queries.</a:t>
            </a:r>
          </a:p>
          <a:p>
            <a:r>
              <a:rPr lang="pt-BR" sz="2800" dirty="0"/>
              <a:t>Deverá possuir os seguintes detalhes:</a:t>
            </a:r>
          </a:p>
          <a:p>
            <a:r>
              <a:rPr lang="pt-BR" sz="2800" dirty="0"/>
              <a:t>Cabeçalho; Menu; 3 caixas de conteúdo. </a:t>
            </a:r>
          </a:p>
          <a:p>
            <a:r>
              <a:rPr lang="pt-BR" sz="2800" dirty="0"/>
              <a:t>Importante: Organizar horizontalmente para visualização em  desktop e verticalmente para mobile. </a:t>
            </a:r>
          </a:p>
          <a:p>
            <a:r>
              <a:rPr lang="pt-BR" sz="2800" dirty="0"/>
              <a:t>Utilizar de toda a criatividade e enviar de forma individual para TEAMS do professor.</a:t>
            </a:r>
          </a:p>
          <a:p>
            <a:endParaRPr lang="pt-BR" sz="3200" b="1" dirty="0"/>
          </a:p>
          <a:p>
            <a:r>
              <a:rPr lang="pt-BR" sz="3200" b="1" dirty="0"/>
              <a:t>Pode-se aplicar IA(Claude) ou similar</a:t>
            </a:r>
          </a:p>
        </p:txBody>
      </p:sp>
    </p:spTree>
    <p:extLst>
      <p:ext uri="{BB962C8B-B14F-4D97-AF65-F5344CB8AC3E}">
        <p14:creationId xmlns:p14="http://schemas.microsoft.com/office/powerpoint/2010/main" val="230874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1098010" y="922857"/>
            <a:ext cx="1130617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conceito de responsividade;</a:t>
            </a:r>
          </a:p>
          <a:p>
            <a:r>
              <a:rPr lang="pt-BR" sz="2400" dirty="0"/>
              <a:t>Mobile </a:t>
            </a:r>
            <a:r>
              <a:rPr lang="pt-BR" sz="2400" dirty="0" err="1"/>
              <a:t>First</a:t>
            </a:r>
            <a:r>
              <a:rPr lang="pt-BR" sz="2400" dirty="0"/>
              <a:t>;</a:t>
            </a:r>
          </a:p>
          <a:p>
            <a:r>
              <a:rPr lang="pt-BR" sz="2400" dirty="0"/>
              <a:t>Media Queries;</a:t>
            </a:r>
          </a:p>
          <a:p>
            <a:r>
              <a:rPr lang="pt-BR" sz="2400" dirty="0" err="1"/>
              <a:t>Flexbox</a:t>
            </a:r>
            <a:r>
              <a:rPr lang="pt-BR" sz="2400" dirty="0"/>
              <a:t> responsivo;</a:t>
            </a:r>
          </a:p>
          <a:p>
            <a:r>
              <a:rPr lang="pt-BR" sz="2400" dirty="0"/>
              <a:t>Adaptação de layouts para múltiplas telas.</a:t>
            </a:r>
          </a:p>
          <a:p>
            <a:r>
              <a:rPr lang="pt-BR" sz="2400" dirty="0"/>
              <a:t>A responsividade é essencial no desenvolvimento web moderno, garantindo melhor experiência para todos os usuários.</a:t>
            </a:r>
          </a:p>
          <a:p>
            <a:endParaRPr lang="pt-BR" sz="2400" dirty="0"/>
          </a:p>
          <a:p>
            <a:r>
              <a:rPr lang="pt-BR" sz="2400" b="1" dirty="0"/>
              <a:t>Evite:</a:t>
            </a:r>
          </a:p>
          <a:p>
            <a:r>
              <a:rPr lang="pt-BR" sz="2400" dirty="0"/>
              <a:t>Larguras fixas excessivas;</a:t>
            </a:r>
          </a:p>
          <a:p>
            <a:r>
              <a:rPr lang="pt-BR" sz="2400" dirty="0"/>
              <a:t>Fontes muito pequenas;</a:t>
            </a:r>
          </a:p>
          <a:p>
            <a:r>
              <a:rPr lang="pt-BR" sz="2400" dirty="0"/>
              <a:t>Layouts que quebram em telas menores.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855</TotalTime>
  <Words>597</Words>
  <Application>Microsoft Office PowerPoint</Application>
  <PresentationFormat>Widescreen</PresentationFormat>
  <Paragraphs>141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270</cp:revision>
  <dcterms:created xsi:type="dcterms:W3CDTF">2026-03-07T12:30:21Z</dcterms:created>
  <dcterms:modified xsi:type="dcterms:W3CDTF">2026-05-29T21:45:16Z</dcterms:modified>
</cp:coreProperties>
</file>