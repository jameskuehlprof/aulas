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  <p:sldId id="257" r:id="rId3"/>
    <p:sldId id="258" r:id="rId4"/>
    <p:sldId id="266" r:id="rId5"/>
    <p:sldId id="267" r:id="rId6"/>
    <p:sldId id="264" r:id="rId7"/>
    <p:sldId id="265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5" autoAdjust="0"/>
    <p:restoredTop sz="94660"/>
  </p:normalViewPr>
  <p:slideViewPr>
    <p:cSldViewPr snapToGrid="0">
      <p:cViewPr varScale="1">
        <p:scale>
          <a:sx n="81" d="100"/>
          <a:sy n="81" d="100"/>
        </p:scale>
        <p:origin x="65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3584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9336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8817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3135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7966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7938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1424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7447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9656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2121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369305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9412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538420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80477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47453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1133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8B9DC1-BD4F-4C15-A5EA-AB58DEA7115A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729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6E2089A8-2C4C-D24F-747E-7631D13FE326}"/>
              </a:ext>
            </a:extLst>
          </p:cNvPr>
          <p:cNvSpPr txBox="1"/>
          <p:nvPr/>
        </p:nvSpPr>
        <p:spPr>
          <a:xfrm>
            <a:off x="2467523" y="1301218"/>
            <a:ext cx="641100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4800" dirty="0"/>
              <a:t>Manipulação de </a:t>
            </a:r>
            <a:r>
              <a:rPr lang="pt-BR" sz="4800" dirty="0" err="1"/>
              <a:t>arrays</a:t>
            </a:r>
            <a:r>
              <a:rPr lang="pt-BR" sz="4800" dirty="0"/>
              <a:t> e coleções simples</a:t>
            </a:r>
          </a:p>
          <a:p>
            <a:pPr algn="ctr"/>
            <a:r>
              <a:rPr lang="pt-BR" sz="4800" dirty="0"/>
              <a:t>Parte 1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ABA9BCB0-3741-0D90-5301-EA39698693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712" y="5589223"/>
            <a:ext cx="1193540" cy="1193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630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5152C-5DFD-AA08-0677-1BABD2C0D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78885EF6-A78F-D89B-C729-2261B4DF0E62}"/>
              </a:ext>
            </a:extLst>
          </p:cNvPr>
          <p:cNvSpPr txBox="1"/>
          <p:nvPr/>
        </p:nvSpPr>
        <p:spPr>
          <a:xfrm>
            <a:off x="2300071" y="341310"/>
            <a:ext cx="609755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4800" dirty="0"/>
              <a:t>Objetivos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AEBCC25-F5E0-62D2-9D16-512892EE6D35}"/>
              </a:ext>
            </a:extLst>
          </p:cNvPr>
          <p:cNvSpPr txBox="1"/>
          <p:nvPr/>
        </p:nvSpPr>
        <p:spPr>
          <a:xfrm>
            <a:off x="875522" y="1687022"/>
            <a:ext cx="832503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b="1" dirty="0"/>
              <a:t>Entender o conceito de </a:t>
            </a:r>
            <a:r>
              <a:rPr lang="pt-BR" b="1" dirty="0" err="1"/>
              <a:t>arrays</a:t>
            </a:r>
            <a:r>
              <a:rPr lang="pt-BR" b="1" dirty="0"/>
              <a:t> e coleções.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pt-BR" b="1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b="1" dirty="0"/>
              <a:t>Aprender a declarar, inicializar e manipular </a:t>
            </a:r>
            <a:r>
              <a:rPr lang="pt-BR" b="1" dirty="0" err="1"/>
              <a:t>arrays</a:t>
            </a:r>
            <a:r>
              <a:rPr lang="pt-BR" b="1" dirty="0"/>
              <a:t> em Java.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pt-BR" b="1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b="1" dirty="0"/>
              <a:t>Explorar coleções simples da biblioteca Java (</a:t>
            </a:r>
            <a:r>
              <a:rPr lang="pt-BR" b="1" dirty="0" err="1"/>
              <a:t>ArrayList</a:t>
            </a:r>
            <a:r>
              <a:rPr lang="pt-BR" b="1" dirty="0"/>
              <a:t>).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pt-BR" b="1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b="1" dirty="0"/>
              <a:t>Comparar vantagens e limitações de </a:t>
            </a:r>
            <a:r>
              <a:rPr lang="pt-BR" b="1" dirty="0" err="1"/>
              <a:t>arrays</a:t>
            </a:r>
            <a:r>
              <a:rPr lang="pt-BR" b="1" dirty="0"/>
              <a:t> e coleções.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95385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422805-0AA5-4235-3681-14C1D47C2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7F6B98CB-6CF8-9CBA-387F-36C828C8AAC8}"/>
              </a:ext>
            </a:extLst>
          </p:cNvPr>
          <p:cNvSpPr txBox="1"/>
          <p:nvPr/>
        </p:nvSpPr>
        <p:spPr>
          <a:xfrm>
            <a:off x="2437623" y="491804"/>
            <a:ext cx="60975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b="1" dirty="0" err="1"/>
              <a:t>Arrays</a:t>
            </a:r>
            <a:r>
              <a:rPr lang="pt-BR" sz="2800" b="1" dirty="0"/>
              <a:t> em Java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709871D-8D1C-2130-941E-548DCDD574AD}"/>
              </a:ext>
            </a:extLst>
          </p:cNvPr>
          <p:cNvSpPr txBox="1"/>
          <p:nvPr/>
        </p:nvSpPr>
        <p:spPr>
          <a:xfrm>
            <a:off x="671516" y="1304370"/>
            <a:ext cx="9573208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pt-BR" b="1" dirty="0"/>
              <a:t>Definição: Estrutura fixa para armazenar múltiplos valores do mesmo tipo.</a:t>
            </a:r>
          </a:p>
          <a:p>
            <a:pPr lvl="0"/>
            <a:endParaRPr lang="pt-BR" b="1" dirty="0"/>
          </a:p>
          <a:p>
            <a:pPr lvl="0"/>
            <a:r>
              <a:rPr lang="pt-BR" b="1" dirty="0"/>
              <a:t>Declaração e inicialização:</a:t>
            </a:r>
          </a:p>
          <a:p>
            <a:pPr lvl="0"/>
            <a:endParaRPr lang="pt-BR" b="1" dirty="0"/>
          </a:p>
          <a:p>
            <a:pPr lvl="0"/>
            <a:r>
              <a:rPr lang="pt-BR" dirty="0" err="1"/>
              <a:t>int</a:t>
            </a:r>
            <a:r>
              <a:rPr lang="pt-BR" dirty="0"/>
              <a:t>[] </a:t>
            </a:r>
            <a:r>
              <a:rPr lang="pt-BR" dirty="0" err="1"/>
              <a:t>numeros</a:t>
            </a:r>
            <a:r>
              <a:rPr lang="pt-BR" dirty="0"/>
              <a:t> = new </a:t>
            </a:r>
            <a:r>
              <a:rPr lang="pt-BR" dirty="0" err="1"/>
              <a:t>int</a:t>
            </a:r>
            <a:r>
              <a:rPr lang="pt-BR" dirty="0"/>
              <a:t>[5]; </a:t>
            </a:r>
          </a:p>
          <a:p>
            <a:pPr lvl="0"/>
            <a:r>
              <a:rPr lang="pt-BR" dirty="0" err="1"/>
              <a:t>numeros</a:t>
            </a:r>
            <a:r>
              <a:rPr lang="pt-BR" dirty="0"/>
              <a:t>[0] = 10;</a:t>
            </a:r>
          </a:p>
          <a:p>
            <a:pPr lvl="0"/>
            <a:r>
              <a:rPr lang="pt-BR" dirty="0" err="1"/>
              <a:t>numeros</a:t>
            </a:r>
            <a:r>
              <a:rPr lang="pt-BR" dirty="0"/>
              <a:t>[1] = 20;</a:t>
            </a:r>
          </a:p>
          <a:p>
            <a:pPr lvl="0"/>
            <a:endParaRPr lang="pt-BR" dirty="0"/>
          </a:p>
          <a:p>
            <a:pPr lvl="0"/>
            <a:r>
              <a:rPr lang="pt-BR" dirty="0"/>
              <a:t>Acesso e iteração:</a:t>
            </a:r>
          </a:p>
          <a:p>
            <a:pPr lvl="0"/>
            <a:endParaRPr lang="pt-BR" dirty="0"/>
          </a:p>
          <a:p>
            <a:pPr lvl="0"/>
            <a:r>
              <a:rPr lang="pt-BR" dirty="0"/>
              <a:t>for (</a:t>
            </a:r>
            <a:r>
              <a:rPr lang="pt-BR" dirty="0" err="1"/>
              <a:t>int</a:t>
            </a:r>
            <a:r>
              <a:rPr lang="pt-BR" dirty="0"/>
              <a:t> i = 0; i &lt; </a:t>
            </a:r>
            <a:r>
              <a:rPr lang="pt-BR" dirty="0" err="1"/>
              <a:t>numeros.length</a:t>
            </a:r>
            <a:r>
              <a:rPr lang="pt-BR" dirty="0"/>
              <a:t>; i++) {</a:t>
            </a:r>
          </a:p>
          <a:p>
            <a:pPr lvl="0"/>
            <a:r>
              <a:rPr lang="pt-BR" dirty="0"/>
              <a:t>    </a:t>
            </a:r>
            <a:r>
              <a:rPr lang="pt-BR" dirty="0" err="1"/>
              <a:t>System.out.println</a:t>
            </a:r>
            <a:r>
              <a:rPr lang="pt-BR" dirty="0"/>
              <a:t>(</a:t>
            </a:r>
            <a:r>
              <a:rPr lang="pt-BR" dirty="0" err="1"/>
              <a:t>numeros</a:t>
            </a:r>
            <a:r>
              <a:rPr lang="pt-BR" dirty="0"/>
              <a:t>[i]);</a:t>
            </a:r>
          </a:p>
          <a:p>
            <a:pPr lvl="0"/>
            <a:r>
              <a:rPr lang="pt-BR" dirty="0"/>
              <a:t>}</a:t>
            </a:r>
          </a:p>
          <a:p>
            <a:pPr lvl="0"/>
            <a:endParaRPr lang="pt-BR" dirty="0"/>
          </a:p>
          <a:p>
            <a:pPr lvl="0"/>
            <a:r>
              <a:rPr lang="pt-BR" b="1" dirty="0"/>
              <a:t>Características:</a:t>
            </a:r>
          </a:p>
          <a:p>
            <a:pPr lvl="0"/>
            <a:r>
              <a:rPr lang="pt-BR" dirty="0"/>
              <a:t>Tamanho fixo.</a:t>
            </a:r>
          </a:p>
          <a:p>
            <a:pPr lvl="0"/>
            <a:r>
              <a:rPr lang="pt-BR" dirty="0"/>
              <a:t>Acesso rápido por índice.</a:t>
            </a:r>
          </a:p>
          <a:p>
            <a:pPr lvl="0"/>
            <a:r>
              <a:rPr lang="pt-BR" dirty="0"/>
              <a:t>Não permite tipos diferentes.</a:t>
            </a:r>
          </a:p>
        </p:txBody>
      </p:sp>
    </p:spTree>
    <p:extLst>
      <p:ext uri="{BB962C8B-B14F-4D97-AF65-F5344CB8AC3E}">
        <p14:creationId xmlns:p14="http://schemas.microsoft.com/office/powerpoint/2010/main" val="34303772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4D4869-6A93-DC4E-54A9-D513B4540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ED7066BA-CF53-9D81-1FDD-1E1894FD5038}"/>
              </a:ext>
            </a:extLst>
          </p:cNvPr>
          <p:cNvSpPr txBox="1"/>
          <p:nvPr/>
        </p:nvSpPr>
        <p:spPr>
          <a:xfrm>
            <a:off x="2499968" y="159296"/>
            <a:ext cx="60975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b="1" dirty="0"/>
              <a:t>Exemplos </a:t>
            </a:r>
            <a:r>
              <a:rPr lang="pt-BR" sz="2800" b="1" dirty="0" err="1"/>
              <a:t>Arrays</a:t>
            </a:r>
            <a:endParaRPr lang="pt-BR" sz="2800" b="1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3A3CA20-AEFD-C230-27F2-1AE046B9ABC4}"/>
              </a:ext>
            </a:extLst>
          </p:cNvPr>
          <p:cNvSpPr txBox="1"/>
          <p:nvPr/>
        </p:nvSpPr>
        <p:spPr>
          <a:xfrm>
            <a:off x="598780" y="885449"/>
            <a:ext cx="5999447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pt-BR" sz="1600" b="1" dirty="0" err="1"/>
              <a:t>Array</a:t>
            </a:r>
            <a:r>
              <a:rPr lang="pt-BR" sz="1600" b="1" dirty="0"/>
              <a:t> básico de números</a:t>
            </a:r>
          </a:p>
          <a:p>
            <a:pPr lvl="0"/>
            <a:r>
              <a:rPr lang="pt-BR" sz="1600" dirty="0" err="1"/>
              <a:t>public</a:t>
            </a:r>
            <a:r>
              <a:rPr lang="pt-BR" sz="1600" dirty="0"/>
              <a:t> </a:t>
            </a:r>
            <a:r>
              <a:rPr lang="pt-BR" sz="1600" dirty="0" err="1"/>
              <a:t>class</a:t>
            </a:r>
            <a:r>
              <a:rPr lang="pt-BR" sz="1600" dirty="0"/>
              <a:t> </a:t>
            </a:r>
            <a:r>
              <a:rPr lang="pt-BR" sz="1600" dirty="0" err="1"/>
              <a:t>ExemploArray</a:t>
            </a:r>
            <a:r>
              <a:rPr lang="pt-BR" sz="1600" dirty="0"/>
              <a:t> {</a:t>
            </a:r>
            <a:br>
              <a:rPr lang="pt-BR" sz="1600" dirty="0"/>
            </a:br>
            <a:r>
              <a:rPr lang="pt-BR" sz="1600" dirty="0" err="1"/>
              <a:t>public</a:t>
            </a:r>
            <a:r>
              <a:rPr lang="pt-BR" sz="1600" dirty="0"/>
              <a:t> </a:t>
            </a:r>
            <a:r>
              <a:rPr lang="pt-BR" sz="1600" dirty="0" err="1"/>
              <a:t>static</a:t>
            </a:r>
            <a:r>
              <a:rPr lang="pt-BR" sz="1600" dirty="0"/>
              <a:t> </a:t>
            </a:r>
            <a:r>
              <a:rPr lang="pt-BR" sz="1600" dirty="0" err="1"/>
              <a:t>void</a:t>
            </a:r>
            <a:r>
              <a:rPr lang="pt-BR" sz="1600" dirty="0"/>
              <a:t> </a:t>
            </a:r>
            <a:r>
              <a:rPr lang="pt-BR" sz="1600" dirty="0" err="1"/>
              <a:t>main</a:t>
            </a:r>
            <a:r>
              <a:rPr lang="pt-BR" sz="1600" dirty="0"/>
              <a:t>(</a:t>
            </a:r>
            <a:r>
              <a:rPr lang="pt-BR" sz="1600" dirty="0" err="1"/>
              <a:t>String</a:t>
            </a:r>
            <a:r>
              <a:rPr lang="pt-BR" sz="1600" dirty="0"/>
              <a:t>[] </a:t>
            </a:r>
            <a:r>
              <a:rPr lang="pt-BR" sz="1600" dirty="0" err="1"/>
              <a:t>args</a:t>
            </a:r>
            <a:r>
              <a:rPr lang="pt-BR" sz="1600" dirty="0"/>
              <a:t>) {</a:t>
            </a:r>
            <a:br>
              <a:rPr lang="pt-BR" sz="1600" dirty="0"/>
            </a:br>
            <a:br>
              <a:rPr lang="pt-BR" sz="1600" dirty="0"/>
            </a:br>
            <a:r>
              <a:rPr lang="pt-BR" sz="1600" dirty="0" err="1"/>
              <a:t>int</a:t>
            </a:r>
            <a:r>
              <a:rPr lang="pt-BR" sz="1600" dirty="0"/>
              <a:t>[] </a:t>
            </a:r>
            <a:r>
              <a:rPr lang="pt-BR" sz="1600" dirty="0" err="1"/>
              <a:t>numeros</a:t>
            </a:r>
            <a:r>
              <a:rPr lang="pt-BR" sz="1600" dirty="0"/>
              <a:t> = {10, 20, 30, 40, 50};</a:t>
            </a:r>
            <a:br>
              <a:rPr lang="pt-BR" sz="1600" dirty="0"/>
            </a:br>
            <a:br>
              <a:rPr lang="pt-BR" sz="1600" dirty="0"/>
            </a:br>
            <a:r>
              <a:rPr lang="pt-BR" sz="1600" dirty="0"/>
              <a:t>// Acessando elementos</a:t>
            </a:r>
            <a:br>
              <a:rPr lang="pt-BR" sz="1600" dirty="0"/>
            </a:br>
            <a:r>
              <a:rPr lang="pt-BR" sz="1600" dirty="0" err="1"/>
              <a:t>System.out.println</a:t>
            </a:r>
            <a:r>
              <a:rPr lang="pt-BR" sz="1600" dirty="0"/>
              <a:t>("Primeiro número: " + </a:t>
            </a:r>
            <a:r>
              <a:rPr lang="pt-BR" sz="1600" dirty="0" err="1"/>
              <a:t>numeros</a:t>
            </a:r>
            <a:r>
              <a:rPr lang="pt-BR" sz="1600" dirty="0"/>
              <a:t>[0]);</a:t>
            </a:r>
            <a:br>
              <a:rPr lang="pt-BR" sz="1600" dirty="0"/>
            </a:br>
            <a:r>
              <a:rPr lang="pt-BR" sz="1600" dirty="0" err="1"/>
              <a:t>System.out.println</a:t>
            </a:r>
            <a:r>
              <a:rPr lang="pt-BR" sz="1600" dirty="0"/>
              <a:t>("Terceiro número: " + </a:t>
            </a:r>
            <a:r>
              <a:rPr lang="pt-BR" sz="1600" dirty="0" err="1"/>
              <a:t>numeros</a:t>
            </a:r>
            <a:r>
              <a:rPr lang="pt-BR" sz="1600" dirty="0"/>
              <a:t>[2]);</a:t>
            </a:r>
            <a:br>
              <a:rPr lang="pt-BR" sz="1600" dirty="0"/>
            </a:br>
            <a:br>
              <a:rPr lang="pt-BR" sz="1600" dirty="0"/>
            </a:br>
            <a:r>
              <a:rPr lang="pt-BR" sz="1600" dirty="0"/>
              <a:t>// Percorrendo o </a:t>
            </a:r>
            <a:r>
              <a:rPr lang="pt-BR" sz="1600" dirty="0" err="1"/>
              <a:t>array</a:t>
            </a:r>
            <a:br>
              <a:rPr lang="pt-BR" sz="1600" dirty="0"/>
            </a:br>
            <a:r>
              <a:rPr lang="pt-BR" sz="1600" dirty="0"/>
              <a:t>for (</a:t>
            </a:r>
            <a:r>
              <a:rPr lang="pt-BR" sz="1600" dirty="0" err="1"/>
              <a:t>int</a:t>
            </a:r>
            <a:r>
              <a:rPr lang="pt-BR" sz="1600" dirty="0"/>
              <a:t> i = 0; i &lt; </a:t>
            </a:r>
            <a:r>
              <a:rPr lang="pt-BR" sz="1600" dirty="0" err="1"/>
              <a:t>numeros.length</a:t>
            </a:r>
            <a:r>
              <a:rPr lang="pt-BR" sz="1600" dirty="0"/>
              <a:t>; i++) {</a:t>
            </a:r>
            <a:br>
              <a:rPr lang="pt-BR" sz="1600" dirty="0"/>
            </a:br>
            <a:r>
              <a:rPr lang="pt-BR" sz="1600" dirty="0" err="1"/>
              <a:t>System.out.println</a:t>
            </a:r>
            <a:r>
              <a:rPr lang="pt-BR" sz="1600" dirty="0"/>
              <a:t>("Posição " + i + ": " + </a:t>
            </a:r>
            <a:r>
              <a:rPr lang="pt-BR" sz="1600" dirty="0" err="1"/>
              <a:t>numeros</a:t>
            </a:r>
            <a:r>
              <a:rPr lang="pt-BR" sz="1600" dirty="0"/>
              <a:t>[i]);</a:t>
            </a:r>
            <a:br>
              <a:rPr lang="pt-BR" sz="1600" dirty="0"/>
            </a:br>
            <a:r>
              <a:rPr lang="pt-BR" sz="1600" dirty="0"/>
              <a:t>}}}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7475F35E-334D-CDAF-1A30-8977119CAD1D}"/>
              </a:ext>
            </a:extLst>
          </p:cNvPr>
          <p:cNvSpPr txBox="1"/>
          <p:nvPr/>
        </p:nvSpPr>
        <p:spPr>
          <a:xfrm>
            <a:off x="6483927" y="885449"/>
            <a:ext cx="5109293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pt-BR" sz="1600" b="1" dirty="0" err="1"/>
              <a:t>Array</a:t>
            </a:r>
            <a:r>
              <a:rPr lang="pt-BR" sz="1600" b="1" dirty="0"/>
              <a:t> preenchido pelo usuário</a:t>
            </a:r>
          </a:p>
          <a:p>
            <a:pPr lvl="0"/>
            <a:r>
              <a:rPr lang="pt-BR" sz="1600" dirty="0" err="1"/>
              <a:t>import</a:t>
            </a:r>
            <a:r>
              <a:rPr lang="pt-BR" sz="1600" dirty="0"/>
              <a:t> </a:t>
            </a:r>
            <a:r>
              <a:rPr lang="pt-BR" sz="1600" dirty="0" err="1"/>
              <a:t>java.util.Scanner</a:t>
            </a:r>
            <a:r>
              <a:rPr lang="pt-BR" sz="1600" dirty="0"/>
              <a:t>;</a:t>
            </a:r>
            <a:br>
              <a:rPr lang="pt-BR" sz="1600" dirty="0"/>
            </a:br>
            <a:br>
              <a:rPr lang="pt-BR" sz="1600" dirty="0"/>
            </a:br>
            <a:r>
              <a:rPr lang="pt-BR" sz="1600" dirty="0" err="1"/>
              <a:t>public</a:t>
            </a:r>
            <a:r>
              <a:rPr lang="pt-BR" sz="1600" dirty="0"/>
              <a:t> </a:t>
            </a:r>
            <a:r>
              <a:rPr lang="pt-BR" sz="1600" dirty="0" err="1"/>
              <a:t>class</a:t>
            </a:r>
            <a:r>
              <a:rPr lang="pt-BR" sz="1600" dirty="0"/>
              <a:t> </a:t>
            </a:r>
            <a:r>
              <a:rPr lang="pt-BR" sz="1600" dirty="0" err="1"/>
              <a:t>ArrayUsuario</a:t>
            </a:r>
            <a:r>
              <a:rPr lang="pt-BR" sz="1600" dirty="0"/>
              <a:t> {</a:t>
            </a:r>
            <a:br>
              <a:rPr lang="pt-BR" sz="1600" dirty="0"/>
            </a:br>
            <a:r>
              <a:rPr lang="pt-BR" sz="1600" dirty="0" err="1"/>
              <a:t>public</a:t>
            </a:r>
            <a:r>
              <a:rPr lang="pt-BR" sz="1600" dirty="0"/>
              <a:t> </a:t>
            </a:r>
            <a:r>
              <a:rPr lang="pt-BR" sz="1600" dirty="0" err="1"/>
              <a:t>static</a:t>
            </a:r>
            <a:r>
              <a:rPr lang="pt-BR" sz="1600" dirty="0"/>
              <a:t> </a:t>
            </a:r>
            <a:r>
              <a:rPr lang="pt-BR" sz="1600" dirty="0" err="1"/>
              <a:t>void</a:t>
            </a:r>
            <a:r>
              <a:rPr lang="pt-BR" sz="1600" dirty="0"/>
              <a:t> </a:t>
            </a:r>
            <a:r>
              <a:rPr lang="pt-BR" sz="1600" dirty="0" err="1"/>
              <a:t>main</a:t>
            </a:r>
            <a:r>
              <a:rPr lang="pt-BR" sz="1600" dirty="0"/>
              <a:t>(</a:t>
            </a:r>
            <a:r>
              <a:rPr lang="pt-BR" sz="1600" dirty="0" err="1"/>
              <a:t>String</a:t>
            </a:r>
            <a:r>
              <a:rPr lang="pt-BR" sz="1600" dirty="0"/>
              <a:t>[] </a:t>
            </a:r>
            <a:r>
              <a:rPr lang="pt-BR" sz="1600" dirty="0" err="1"/>
              <a:t>args</a:t>
            </a:r>
            <a:r>
              <a:rPr lang="pt-BR" sz="1600" dirty="0"/>
              <a:t>) {</a:t>
            </a:r>
            <a:br>
              <a:rPr lang="pt-BR" sz="1600" dirty="0"/>
            </a:br>
            <a:br>
              <a:rPr lang="pt-BR" sz="1600" dirty="0"/>
            </a:br>
            <a:r>
              <a:rPr lang="pt-BR" sz="1600" dirty="0"/>
              <a:t>Scanner entrada = new Scanner(System.in);</a:t>
            </a:r>
            <a:br>
              <a:rPr lang="pt-BR" sz="1600" dirty="0"/>
            </a:br>
            <a:r>
              <a:rPr lang="pt-BR" sz="1600" dirty="0" err="1"/>
              <a:t>int</a:t>
            </a:r>
            <a:r>
              <a:rPr lang="pt-BR" sz="1600" dirty="0"/>
              <a:t>[] </a:t>
            </a:r>
            <a:r>
              <a:rPr lang="pt-BR" sz="1600" dirty="0" err="1"/>
              <a:t>numeros</a:t>
            </a:r>
            <a:r>
              <a:rPr lang="pt-BR" sz="1600" dirty="0"/>
              <a:t> = new </a:t>
            </a:r>
            <a:r>
              <a:rPr lang="pt-BR" sz="1600" dirty="0" err="1"/>
              <a:t>int</a:t>
            </a:r>
            <a:r>
              <a:rPr lang="pt-BR" sz="1600" dirty="0"/>
              <a:t>[5];</a:t>
            </a:r>
            <a:br>
              <a:rPr lang="pt-BR" sz="1600" dirty="0"/>
            </a:br>
            <a:br>
              <a:rPr lang="pt-BR" sz="1600" dirty="0"/>
            </a:br>
            <a:r>
              <a:rPr lang="pt-BR" sz="1600" dirty="0"/>
              <a:t>// Entrada de dados</a:t>
            </a:r>
            <a:br>
              <a:rPr lang="pt-BR" sz="1600" dirty="0"/>
            </a:br>
            <a:r>
              <a:rPr lang="pt-BR" sz="1600" dirty="0"/>
              <a:t>for (</a:t>
            </a:r>
            <a:r>
              <a:rPr lang="pt-BR" sz="1600" dirty="0" err="1"/>
              <a:t>int</a:t>
            </a:r>
            <a:r>
              <a:rPr lang="pt-BR" sz="1600" dirty="0"/>
              <a:t> i = 0; i &lt; </a:t>
            </a:r>
            <a:r>
              <a:rPr lang="pt-BR" sz="1600" dirty="0" err="1"/>
              <a:t>numeros.length</a:t>
            </a:r>
            <a:r>
              <a:rPr lang="pt-BR" sz="1600" dirty="0"/>
              <a:t>; i++) {</a:t>
            </a:r>
            <a:br>
              <a:rPr lang="pt-BR" sz="1600" dirty="0"/>
            </a:br>
            <a:r>
              <a:rPr lang="pt-BR" sz="1600" dirty="0" err="1"/>
              <a:t>System.out.print</a:t>
            </a:r>
            <a:r>
              <a:rPr lang="pt-BR" sz="1600" dirty="0"/>
              <a:t>("Digite um número: ");</a:t>
            </a:r>
            <a:br>
              <a:rPr lang="pt-BR" sz="1600" dirty="0"/>
            </a:br>
            <a:r>
              <a:rPr lang="pt-BR" sz="1600" dirty="0" err="1"/>
              <a:t>numeros</a:t>
            </a:r>
            <a:r>
              <a:rPr lang="pt-BR" sz="1600" dirty="0"/>
              <a:t>[i] = </a:t>
            </a:r>
            <a:r>
              <a:rPr lang="pt-BR" sz="1600" dirty="0" err="1"/>
              <a:t>entrada.nextInt</a:t>
            </a:r>
            <a:r>
              <a:rPr lang="pt-BR" sz="1600" dirty="0"/>
              <a:t>();</a:t>
            </a:r>
            <a:br>
              <a:rPr lang="pt-BR" sz="1600" dirty="0"/>
            </a:br>
            <a:r>
              <a:rPr lang="pt-BR" sz="1600" dirty="0"/>
              <a:t>}</a:t>
            </a:r>
            <a:br>
              <a:rPr lang="pt-BR" sz="1600" dirty="0"/>
            </a:br>
            <a:br>
              <a:rPr lang="pt-BR" sz="1600" dirty="0"/>
            </a:br>
            <a:r>
              <a:rPr lang="pt-BR" sz="1600" dirty="0"/>
              <a:t>// Exibindo os números</a:t>
            </a:r>
            <a:br>
              <a:rPr lang="pt-BR" sz="1600" dirty="0"/>
            </a:br>
            <a:r>
              <a:rPr lang="pt-BR" sz="1600" dirty="0" err="1"/>
              <a:t>System.out.println</a:t>
            </a:r>
            <a:r>
              <a:rPr lang="pt-BR" sz="1600" dirty="0"/>
              <a:t>("Números digitados:");</a:t>
            </a:r>
            <a:br>
              <a:rPr lang="pt-BR" sz="1600" dirty="0"/>
            </a:br>
            <a:r>
              <a:rPr lang="pt-BR" sz="1600" dirty="0"/>
              <a:t>for (</a:t>
            </a:r>
            <a:r>
              <a:rPr lang="pt-BR" sz="1600" dirty="0" err="1"/>
              <a:t>int</a:t>
            </a:r>
            <a:r>
              <a:rPr lang="pt-BR" sz="1600" dirty="0"/>
              <a:t> i = 0; i &lt; </a:t>
            </a:r>
            <a:r>
              <a:rPr lang="pt-BR" sz="1600" dirty="0" err="1"/>
              <a:t>numeros.length</a:t>
            </a:r>
            <a:r>
              <a:rPr lang="pt-BR" sz="1600" dirty="0"/>
              <a:t>; i++) {</a:t>
            </a:r>
            <a:br>
              <a:rPr lang="pt-BR" sz="1600" dirty="0"/>
            </a:br>
            <a:r>
              <a:rPr lang="pt-BR" sz="1600" dirty="0" err="1"/>
              <a:t>System.out.println</a:t>
            </a:r>
            <a:r>
              <a:rPr lang="pt-BR" sz="1600" dirty="0"/>
              <a:t>(</a:t>
            </a:r>
            <a:r>
              <a:rPr lang="pt-BR" sz="1600" dirty="0" err="1"/>
              <a:t>numeros</a:t>
            </a:r>
            <a:r>
              <a:rPr lang="pt-BR" sz="1600" dirty="0"/>
              <a:t>[i]);</a:t>
            </a:r>
            <a:br>
              <a:rPr lang="pt-BR" sz="1600" dirty="0"/>
            </a:br>
            <a:r>
              <a:rPr lang="pt-BR" sz="1600" dirty="0"/>
              <a:t>}</a:t>
            </a:r>
            <a:br>
              <a:rPr lang="pt-BR" sz="1600" dirty="0"/>
            </a:br>
            <a:r>
              <a:rPr lang="pt-BR" sz="1600" dirty="0" err="1"/>
              <a:t>entrada.close</a:t>
            </a:r>
            <a:r>
              <a:rPr lang="pt-BR" sz="1600" dirty="0"/>
              <a:t>();</a:t>
            </a:r>
            <a:br>
              <a:rPr lang="pt-BR" sz="1600" dirty="0"/>
            </a:br>
            <a:r>
              <a:rPr lang="pt-BR" sz="1600" dirty="0"/>
              <a:t>}}</a:t>
            </a:r>
          </a:p>
        </p:txBody>
      </p:sp>
    </p:spTree>
    <p:extLst>
      <p:ext uri="{BB962C8B-B14F-4D97-AF65-F5344CB8AC3E}">
        <p14:creationId xmlns:p14="http://schemas.microsoft.com/office/powerpoint/2010/main" val="12795598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2F2E9D-880C-508E-B773-B9C625F82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31EEE177-81FF-8B14-27A5-A2BFB11F0C76}"/>
              </a:ext>
            </a:extLst>
          </p:cNvPr>
          <p:cNvSpPr txBox="1"/>
          <p:nvPr/>
        </p:nvSpPr>
        <p:spPr>
          <a:xfrm>
            <a:off x="2499968" y="159296"/>
            <a:ext cx="60975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b="1" dirty="0"/>
              <a:t>Exemplos </a:t>
            </a:r>
            <a:r>
              <a:rPr lang="pt-BR" sz="2800" b="1" dirty="0" err="1"/>
              <a:t>Arrays</a:t>
            </a:r>
            <a:endParaRPr lang="pt-BR" sz="2800" b="1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4ADC77E-9239-815E-272F-91F2D23CB91F}"/>
              </a:ext>
            </a:extLst>
          </p:cNvPr>
          <p:cNvSpPr txBox="1"/>
          <p:nvPr/>
        </p:nvSpPr>
        <p:spPr>
          <a:xfrm>
            <a:off x="692298" y="1301086"/>
            <a:ext cx="599944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pt-BR" b="1" dirty="0" err="1"/>
              <a:t>Array</a:t>
            </a:r>
            <a:r>
              <a:rPr lang="pt-BR" b="1" dirty="0"/>
              <a:t> com FOR-EACH (mais moderno)</a:t>
            </a:r>
          </a:p>
          <a:p>
            <a:pPr lvl="0"/>
            <a:endParaRPr lang="pt-BR" dirty="0"/>
          </a:p>
          <a:p>
            <a:pPr lvl="0"/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class</a:t>
            </a:r>
            <a:r>
              <a:rPr lang="pt-BR" dirty="0"/>
              <a:t> </a:t>
            </a:r>
            <a:r>
              <a:rPr lang="pt-BR" dirty="0" err="1"/>
              <a:t>ArrayForEach</a:t>
            </a:r>
            <a:r>
              <a:rPr lang="pt-BR" dirty="0"/>
              <a:t> {</a:t>
            </a:r>
            <a:br>
              <a:rPr lang="pt-BR" dirty="0"/>
            </a:br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static</a:t>
            </a:r>
            <a:r>
              <a:rPr lang="pt-BR" dirty="0"/>
              <a:t> </a:t>
            </a:r>
            <a:r>
              <a:rPr lang="pt-BR" dirty="0" err="1"/>
              <a:t>void</a:t>
            </a:r>
            <a:r>
              <a:rPr lang="pt-BR" dirty="0"/>
              <a:t> </a:t>
            </a:r>
            <a:r>
              <a:rPr lang="pt-BR" dirty="0" err="1"/>
              <a:t>main</a:t>
            </a:r>
            <a:r>
              <a:rPr lang="pt-BR" dirty="0"/>
              <a:t>(</a:t>
            </a:r>
            <a:r>
              <a:rPr lang="pt-BR" dirty="0" err="1"/>
              <a:t>String</a:t>
            </a:r>
            <a:r>
              <a:rPr lang="pt-BR" dirty="0"/>
              <a:t>[] </a:t>
            </a:r>
            <a:r>
              <a:rPr lang="pt-BR" dirty="0" err="1"/>
              <a:t>args</a:t>
            </a:r>
            <a:r>
              <a:rPr lang="pt-BR" dirty="0"/>
              <a:t>) {</a:t>
            </a:r>
            <a:br>
              <a:rPr lang="pt-BR" dirty="0"/>
            </a:br>
            <a:br>
              <a:rPr lang="pt-BR" dirty="0"/>
            </a:br>
            <a:r>
              <a:rPr lang="pt-BR" dirty="0" err="1"/>
              <a:t>int</a:t>
            </a:r>
            <a:r>
              <a:rPr lang="pt-BR" dirty="0"/>
              <a:t>[] </a:t>
            </a:r>
            <a:r>
              <a:rPr lang="pt-BR" dirty="0" err="1"/>
              <a:t>numeros</a:t>
            </a:r>
            <a:r>
              <a:rPr lang="pt-BR" dirty="0"/>
              <a:t> = {5, 10, 15, 20};</a:t>
            </a:r>
            <a:br>
              <a:rPr lang="pt-BR" dirty="0"/>
            </a:br>
            <a:br>
              <a:rPr lang="pt-BR" dirty="0"/>
            </a:br>
            <a:r>
              <a:rPr lang="pt-BR" dirty="0"/>
              <a:t>for (</a:t>
            </a:r>
            <a:r>
              <a:rPr lang="pt-BR" dirty="0" err="1"/>
              <a:t>int</a:t>
            </a:r>
            <a:r>
              <a:rPr lang="pt-BR" dirty="0"/>
              <a:t> numero : </a:t>
            </a:r>
            <a:r>
              <a:rPr lang="pt-BR" dirty="0" err="1"/>
              <a:t>numeros</a:t>
            </a:r>
            <a:r>
              <a:rPr lang="pt-BR" dirty="0"/>
              <a:t>) {</a:t>
            </a:r>
            <a:br>
              <a:rPr lang="pt-BR" dirty="0"/>
            </a:br>
            <a:r>
              <a:rPr lang="pt-BR" dirty="0" err="1"/>
              <a:t>System.out.println</a:t>
            </a:r>
            <a:r>
              <a:rPr lang="pt-BR" dirty="0"/>
              <a:t>(numero);</a:t>
            </a:r>
            <a:br>
              <a:rPr lang="pt-BR" dirty="0"/>
            </a:br>
            <a:r>
              <a:rPr lang="pt-BR" dirty="0"/>
              <a:t>}</a:t>
            </a:r>
            <a:br>
              <a:rPr lang="pt-BR" dirty="0"/>
            </a:br>
            <a:r>
              <a:rPr lang="pt-BR" dirty="0"/>
              <a:t>}</a:t>
            </a:r>
            <a:br>
              <a:rPr lang="pt-BR" dirty="0"/>
            </a:br>
            <a:r>
              <a:rPr lang="pt-BR" dirty="0"/>
              <a:t>}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3717442-B891-15C9-EA09-1E0FF3089431}"/>
              </a:ext>
            </a:extLst>
          </p:cNvPr>
          <p:cNvSpPr txBox="1"/>
          <p:nvPr/>
        </p:nvSpPr>
        <p:spPr>
          <a:xfrm>
            <a:off x="6268753" y="1183323"/>
            <a:ext cx="599944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pt-BR" b="1" dirty="0"/>
              <a:t>Soma dos valores do </a:t>
            </a:r>
            <a:r>
              <a:rPr lang="pt-BR" b="1" dirty="0" err="1"/>
              <a:t>Array</a:t>
            </a:r>
            <a:endParaRPr lang="pt-BR" b="1" dirty="0"/>
          </a:p>
          <a:p>
            <a:pPr lvl="0"/>
            <a:endParaRPr lang="pt-BR" dirty="0"/>
          </a:p>
          <a:p>
            <a:pPr lvl="0"/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class</a:t>
            </a:r>
            <a:r>
              <a:rPr lang="pt-BR" dirty="0"/>
              <a:t> </a:t>
            </a:r>
            <a:r>
              <a:rPr lang="pt-BR" dirty="0" err="1"/>
              <a:t>SomaArray</a:t>
            </a:r>
            <a:r>
              <a:rPr lang="pt-BR" dirty="0"/>
              <a:t> {</a:t>
            </a:r>
          </a:p>
          <a:p>
            <a:pPr lvl="0"/>
            <a:r>
              <a:rPr lang="pt-BR" dirty="0"/>
              <a:t>    </a:t>
            </a:r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static</a:t>
            </a:r>
            <a:r>
              <a:rPr lang="pt-BR" dirty="0"/>
              <a:t> </a:t>
            </a:r>
            <a:r>
              <a:rPr lang="pt-BR" dirty="0" err="1"/>
              <a:t>void</a:t>
            </a:r>
            <a:r>
              <a:rPr lang="pt-BR" dirty="0"/>
              <a:t> </a:t>
            </a:r>
            <a:r>
              <a:rPr lang="pt-BR" dirty="0" err="1"/>
              <a:t>main</a:t>
            </a:r>
            <a:r>
              <a:rPr lang="pt-BR" dirty="0"/>
              <a:t>(</a:t>
            </a:r>
            <a:r>
              <a:rPr lang="pt-BR" dirty="0" err="1"/>
              <a:t>String</a:t>
            </a:r>
            <a:r>
              <a:rPr lang="pt-BR" dirty="0"/>
              <a:t>[] </a:t>
            </a:r>
            <a:r>
              <a:rPr lang="pt-BR" dirty="0" err="1"/>
              <a:t>args</a:t>
            </a:r>
            <a:r>
              <a:rPr lang="pt-BR" dirty="0"/>
              <a:t>) {</a:t>
            </a:r>
          </a:p>
          <a:p>
            <a:pPr lvl="0"/>
            <a:endParaRPr lang="pt-BR" dirty="0"/>
          </a:p>
          <a:p>
            <a:pPr lvl="0"/>
            <a:r>
              <a:rPr lang="pt-BR" dirty="0"/>
              <a:t>        </a:t>
            </a:r>
            <a:r>
              <a:rPr lang="pt-BR" dirty="0" err="1"/>
              <a:t>int</a:t>
            </a:r>
            <a:r>
              <a:rPr lang="pt-BR" dirty="0"/>
              <a:t>[] </a:t>
            </a:r>
            <a:r>
              <a:rPr lang="pt-BR" dirty="0" err="1"/>
              <a:t>numeros</a:t>
            </a:r>
            <a:r>
              <a:rPr lang="pt-BR" dirty="0"/>
              <a:t> = {1, 2, 3, 4, 5};</a:t>
            </a:r>
          </a:p>
          <a:p>
            <a:pPr lvl="0"/>
            <a:r>
              <a:rPr lang="pt-BR" dirty="0"/>
              <a:t>        </a:t>
            </a:r>
            <a:r>
              <a:rPr lang="pt-BR" dirty="0" err="1"/>
              <a:t>int</a:t>
            </a:r>
            <a:r>
              <a:rPr lang="pt-BR" dirty="0"/>
              <a:t> soma = 0;</a:t>
            </a:r>
          </a:p>
          <a:p>
            <a:pPr lvl="0"/>
            <a:endParaRPr lang="pt-BR" dirty="0"/>
          </a:p>
          <a:p>
            <a:pPr lvl="0"/>
            <a:r>
              <a:rPr lang="pt-BR" dirty="0"/>
              <a:t>        for (</a:t>
            </a:r>
            <a:r>
              <a:rPr lang="pt-BR" dirty="0" err="1"/>
              <a:t>int</a:t>
            </a:r>
            <a:r>
              <a:rPr lang="pt-BR" dirty="0"/>
              <a:t> numero : </a:t>
            </a:r>
            <a:r>
              <a:rPr lang="pt-BR" dirty="0" err="1"/>
              <a:t>numeros</a:t>
            </a:r>
            <a:r>
              <a:rPr lang="pt-BR" dirty="0"/>
              <a:t>) {</a:t>
            </a:r>
          </a:p>
          <a:p>
            <a:pPr lvl="0"/>
            <a:r>
              <a:rPr lang="pt-BR" dirty="0"/>
              <a:t>            soma += numero;</a:t>
            </a:r>
          </a:p>
          <a:p>
            <a:pPr lvl="0"/>
            <a:r>
              <a:rPr lang="pt-BR"/>
              <a:t>        }</a:t>
            </a:r>
            <a:endParaRPr lang="pt-BR" dirty="0"/>
          </a:p>
          <a:p>
            <a:pPr lvl="0"/>
            <a:r>
              <a:rPr lang="pt-BR" dirty="0"/>
              <a:t>        </a:t>
            </a:r>
            <a:r>
              <a:rPr lang="pt-BR" dirty="0" err="1"/>
              <a:t>System.out.println</a:t>
            </a:r>
            <a:r>
              <a:rPr lang="pt-BR" dirty="0"/>
              <a:t>("Soma: " + soma);</a:t>
            </a:r>
          </a:p>
          <a:p>
            <a:pPr lvl="0"/>
            <a:r>
              <a:rPr lang="pt-BR" dirty="0"/>
              <a:t>    }</a:t>
            </a:r>
          </a:p>
          <a:p>
            <a:pPr lvl="0"/>
            <a:r>
              <a:rPr lang="pt-BR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961069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CE8EDB-2E32-6357-581A-77E071C8D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6E1964AB-949E-7BD5-440A-A411DBF108C6}"/>
              </a:ext>
            </a:extLst>
          </p:cNvPr>
          <p:cNvSpPr txBox="1"/>
          <p:nvPr/>
        </p:nvSpPr>
        <p:spPr>
          <a:xfrm>
            <a:off x="2437623" y="491804"/>
            <a:ext cx="60975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b="1" dirty="0"/>
              <a:t>Resumo</a:t>
            </a:r>
          </a:p>
        </p:txBody>
      </p:sp>
      <p:pic>
        <p:nvPicPr>
          <p:cNvPr id="1026" name="Picture 2" descr="Slides Arrays e Coleções em Java">
            <a:extLst>
              <a:ext uri="{FF2B5EF4-FFF2-40B4-BE49-F238E27FC236}">
                <a16:creationId xmlns:a16="http://schemas.microsoft.com/office/drawing/2014/main" id="{FFE11610-6F03-DE90-861B-8405D9206B4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5189"/>
          <a:stretch>
            <a:fillRect/>
          </a:stretch>
        </p:blipFill>
        <p:spPr bwMode="auto">
          <a:xfrm>
            <a:off x="179501" y="1282045"/>
            <a:ext cx="11896319" cy="3553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94987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AFD4B-804C-8516-2231-D09CCA270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636AC729-57C9-F5D7-01EB-B16E6CD6B787}"/>
              </a:ext>
            </a:extLst>
          </p:cNvPr>
          <p:cNvSpPr txBox="1"/>
          <p:nvPr/>
        </p:nvSpPr>
        <p:spPr>
          <a:xfrm>
            <a:off x="2437623" y="491804"/>
            <a:ext cx="60975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b="1" dirty="0"/>
              <a:t>Exercício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4D888A3-7D1E-D16F-161E-2C4816D57D13}"/>
              </a:ext>
            </a:extLst>
          </p:cNvPr>
          <p:cNvSpPr txBox="1"/>
          <p:nvPr/>
        </p:nvSpPr>
        <p:spPr>
          <a:xfrm>
            <a:off x="1140643" y="1621410"/>
            <a:ext cx="801513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-Criar um </a:t>
            </a:r>
            <a:r>
              <a:rPr lang="pt-BR" dirty="0" err="1"/>
              <a:t>array</a:t>
            </a:r>
            <a:r>
              <a:rPr lang="pt-BR" dirty="0"/>
              <a:t> de 10 números inteiros em </a:t>
            </a:r>
            <a:r>
              <a:rPr lang="pt-BR" dirty="0" err="1"/>
              <a:t>java</a:t>
            </a:r>
            <a:r>
              <a:rPr lang="pt-BR" dirty="0"/>
              <a:t> com a digitação destes números de forma aleatória(utilizar biblioteca </a:t>
            </a:r>
            <a:r>
              <a:rPr lang="pt-BR" dirty="0" err="1"/>
              <a:t>java.util.Scanner</a:t>
            </a:r>
            <a:r>
              <a:rPr lang="pt-BR" dirty="0"/>
              <a:t>);</a:t>
            </a:r>
          </a:p>
          <a:p>
            <a:r>
              <a:rPr lang="pt-BR" dirty="0"/>
              <a:t>-Imprimir os números pares da lista</a:t>
            </a:r>
          </a:p>
          <a:p>
            <a:r>
              <a:rPr lang="pt-BR" dirty="0"/>
              <a:t>-Imprimir os números ímpares da lista</a:t>
            </a:r>
          </a:p>
          <a:p>
            <a:r>
              <a:rPr lang="pt-BR" dirty="0"/>
              <a:t>-Efetuar a soma de todos os números pares e ímpares</a:t>
            </a:r>
          </a:p>
          <a:p>
            <a:endParaRPr lang="pt-BR" dirty="0"/>
          </a:p>
          <a:p>
            <a:r>
              <a:rPr lang="pt-BR" dirty="0"/>
              <a:t>Ao final mostrar a soma dos pares e dos ímpares</a:t>
            </a:r>
          </a:p>
        </p:txBody>
      </p:sp>
    </p:spTree>
    <p:extLst>
      <p:ext uri="{BB962C8B-B14F-4D97-AF65-F5344CB8AC3E}">
        <p14:creationId xmlns:p14="http://schemas.microsoft.com/office/powerpoint/2010/main" val="34297719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B0439-E627-4CF1-AD2F-ACD17DB3B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770BF5A5-7389-13FF-527A-80BBBC5918D7}"/>
              </a:ext>
            </a:extLst>
          </p:cNvPr>
          <p:cNvSpPr txBox="1"/>
          <p:nvPr/>
        </p:nvSpPr>
        <p:spPr>
          <a:xfrm>
            <a:off x="2176366" y="342513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Conclusão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ED5EAEE-D693-D496-6D9E-4C37B2CC95D7}"/>
              </a:ext>
            </a:extLst>
          </p:cNvPr>
          <p:cNvSpPr txBox="1"/>
          <p:nvPr/>
        </p:nvSpPr>
        <p:spPr>
          <a:xfrm>
            <a:off x="811475" y="1500217"/>
            <a:ext cx="883214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b="1" dirty="0" err="1"/>
              <a:t>Arrays</a:t>
            </a:r>
            <a:r>
              <a:rPr lang="pt-BR" b="1" dirty="0"/>
              <a:t> são úteis para dados fixos e simples.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pt-BR" b="1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b="1" dirty="0"/>
              <a:t>Coleções oferecem flexibilidade e métodos prontos.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pt-BR" b="1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b="1" dirty="0"/>
              <a:t>A escolha depende da necessidade do problema.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pt-BR" b="1" dirty="0"/>
          </a:p>
          <a:p>
            <a:pPr lvl="0"/>
            <a:r>
              <a:rPr lang="pt-BR" b="1" dirty="0"/>
              <a:t>Continua na próxima aula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3453895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do">
  <a:themeElements>
    <a:clrScheme name="Facetado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do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do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377</TotalTime>
  <Words>635</Words>
  <Application>Microsoft Office PowerPoint</Application>
  <PresentationFormat>Widescreen</PresentationFormat>
  <Paragraphs>68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2" baseType="lpstr">
      <vt:lpstr>Arial</vt:lpstr>
      <vt:lpstr>Trebuchet MS</vt:lpstr>
      <vt:lpstr>Wingdings 3</vt:lpstr>
      <vt:lpstr>Facetado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James Kuehl</dc:creator>
  <cp:lastModifiedBy>James Kuehl</cp:lastModifiedBy>
  <cp:revision>104</cp:revision>
  <dcterms:created xsi:type="dcterms:W3CDTF">2026-03-07T12:30:21Z</dcterms:created>
  <dcterms:modified xsi:type="dcterms:W3CDTF">2026-04-28T13:07:23Z</dcterms:modified>
</cp:coreProperties>
</file>