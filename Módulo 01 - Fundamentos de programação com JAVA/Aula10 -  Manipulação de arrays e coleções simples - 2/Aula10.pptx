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8" r:id="rId4"/>
    <p:sldId id="267" r:id="rId5"/>
    <p:sldId id="268" r:id="rId6"/>
    <p:sldId id="269" r:id="rId7"/>
    <p:sldId id="270" r:id="rId8"/>
    <p:sldId id="266" r:id="rId9"/>
    <p:sldId id="264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 varScale="1">
        <p:scale>
          <a:sx n="81" d="100"/>
          <a:sy n="81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358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33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881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3135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79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79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424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447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9656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21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6930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941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3842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0477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4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8B9DC1-BD4F-4C15-A5EA-AB58DEA711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E2BA87-98C9-4964-8038-17461FF4075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729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2089A8-2C4C-D24F-747E-7631D13FE326}"/>
              </a:ext>
            </a:extLst>
          </p:cNvPr>
          <p:cNvSpPr txBox="1"/>
          <p:nvPr/>
        </p:nvSpPr>
        <p:spPr>
          <a:xfrm>
            <a:off x="717787" y="1400047"/>
            <a:ext cx="920194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5400" dirty="0"/>
              <a:t>Manipulação de </a:t>
            </a:r>
            <a:r>
              <a:rPr lang="pt-BR" sz="5400" dirty="0" err="1"/>
              <a:t>arrays</a:t>
            </a:r>
            <a:r>
              <a:rPr lang="pt-BR" sz="5400" dirty="0"/>
              <a:t> </a:t>
            </a:r>
          </a:p>
          <a:p>
            <a:pPr algn="ctr"/>
            <a:r>
              <a:rPr lang="pt-BR" sz="5400" dirty="0"/>
              <a:t>e coleções simples</a:t>
            </a:r>
          </a:p>
          <a:p>
            <a:pPr algn="ctr"/>
            <a:r>
              <a:rPr lang="pt-BR" sz="5400" dirty="0"/>
              <a:t>Parte 2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BA9BCB0-3741-0D90-5301-EA3969869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12" y="5589223"/>
            <a:ext cx="1193540" cy="119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3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5152C-5DFD-AA08-0677-1BABD2C0D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8885EF6-A78F-D89B-C729-2261B4DF0E62}"/>
              </a:ext>
            </a:extLst>
          </p:cNvPr>
          <p:cNvSpPr txBox="1"/>
          <p:nvPr/>
        </p:nvSpPr>
        <p:spPr>
          <a:xfrm>
            <a:off x="1887116" y="481800"/>
            <a:ext cx="609755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4400" dirty="0"/>
              <a:t>Objetivos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AEBCC25-F5E0-62D2-9D16-512892EE6D35}"/>
              </a:ext>
            </a:extLst>
          </p:cNvPr>
          <p:cNvSpPr txBox="1"/>
          <p:nvPr/>
        </p:nvSpPr>
        <p:spPr>
          <a:xfrm>
            <a:off x="875522" y="1687022"/>
            <a:ext cx="83250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Entender o conceito de </a:t>
            </a:r>
            <a:r>
              <a:rPr lang="pt-BR" b="1" dirty="0" err="1"/>
              <a:t>arrays</a:t>
            </a:r>
            <a:r>
              <a:rPr lang="pt-BR" b="1" dirty="0"/>
              <a:t> e coleções.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Aprender a declarar, inicializar e manipular </a:t>
            </a:r>
            <a:r>
              <a:rPr lang="pt-BR" b="1" dirty="0" err="1"/>
              <a:t>arrays</a:t>
            </a:r>
            <a:r>
              <a:rPr lang="pt-BR" b="1" dirty="0"/>
              <a:t> em Java.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Explorar coleções simples da biblioteca Java (</a:t>
            </a:r>
            <a:r>
              <a:rPr lang="pt-BR" b="1" dirty="0" err="1"/>
              <a:t>ArrayList</a:t>
            </a:r>
            <a:r>
              <a:rPr lang="pt-BR" b="1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pt-BR" b="1" dirty="0"/>
              <a:t>Comparar vantagens e limitações de </a:t>
            </a:r>
            <a:r>
              <a:rPr lang="pt-BR" b="1" dirty="0" err="1"/>
              <a:t>arrays</a:t>
            </a:r>
            <a:r>
              <a:rPr lang="pt-BR" b="1" dirty="0"/>
              <a:t> e coleções.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5385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22805-0AA5-4235-3681-14C1D47C2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F6B98CB-6CF8-9CBA-387F-36C828C8AAC8}"/>
              </a:ext>
            </a:extLst>
          </p:cNvPr>
          <p:cNvSpPr txBox="1"/>
          <p:nvPr/>
        </p:nvSpPr>
        <p:spPr>
          <a:xfrm>
            <a:off x="2456477" y="114732"/>
            <a:ext cx="60975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Coleções Simples: </a:t>
            </a:r>
            <a:r>
              <a:rPr lang="pt-BR" sz="3200" b="1" dirty="0" err="1"/>
              <a:t>ArrayList</a:t>
            </a:r>
            <a:endParaRPr lang="pt-BR" sz="2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709871D-8D1C-2130-941E-548DCDD574AD}"/>
              </a:ext>
            </a:extLst>
          </p:cNvPr>
          <p:cNvSpPr txBox="1"/>
          <p:nvPr/>
        </p:nvSpPr>
        <p:spPr>
          <a:xfrm>
            <a:off x="841198" y="833958"/>
            <a:ext cx="957320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Definição: Estrutura dinâmica que pode crescer ou diminuir conforme necessário.</a:t>
            </a:r>
          </a:p>
          <a:p>
            <a:pPr lvl="0"/>
            <a:endParaRPr lang="pt-BR" b="1" dirty="0"/>
          </a:p>
          <a:p>
            <a:pPr lvl="0"/>
            <a:r>
              <a:rPr lang="pt-BR" b="1" dirty="0"/>
              <a:t>Declaração e uso: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java.util.ArrayList</a:t>
            </a:r>
            <a:r>
              <a:rPr lang="pt-BR" dirty="0"/>
              <a:t>;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TesteArrayList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</a:t>
            </a:r>
            <a:r>
              <a:rPr lang="pt-BR" dirty="0" err="1"/>
              <a:t>ArrayList</a:t>
            </a:r>
            <a:r>
              <a:rPr lang="pt-BR" dirty="0"/>
              <a:t>&lt;</a:t>
            </a:r>
            <a:r>
              <a:rPr lang="pt-BR" dirty="0" err="1"/>
              <a:t>String</a:t>
            </a:r>
            <a:r>
              <a:rPr lang="pt-BR" dirty="0"/>
              <a:t>&gt; nomes = new </a:t>
            </a:r>
            <a:r>
              <a:rPr lang="pt-BR" dirty="0" err="1"/>
              <a:t>ArrayList</a:t>
            </a:r>
            <a:r>
              <a:rPr lang="pt-BR" dirty="0"/>
              <a:t>&lt;&gt;();</a:t>
            </a:r>
          </a:p>
          <a:p>
            <a:r>
              <a:rPr lang="pt-BR" dirty="0"/>
              <a:t>        </a:t>
            </a:r>
            <a:r>
              <a:rPr lang="pt-BR" dirty="0" err="1"/>
              <a:t>nomes.add</a:t>
            </a:r>
            <a:r>
              <a:rPr lang="pt-BR" dirty="0"/>
              <a:t>("Ana");</a:t>
            </a:r>
          </a:p>
          <a:p>
            <a:r>
              <a:rPr lang="pt-BR" dirty="0"/>
              <a:t>        </a:t>
            </a:r>
            <a:r>
              <a:rPr lang="pt-BR" dirty="0" err="1"/>
              <a:t>nomes.add</a:t>
            </a:r>
            <a:r>
              <a:rPr lang="pt-BR" dirty="0"/>
              <a:t>("Carlos");</a:t>
            </a:r>
          </a:p>
          <a:p>
            <a:r>
              <a:rPr lang="pt-BR" dirty="0"/>
              <a:t>        </a:t>
            </a:r>
            <a:r>
              <a:rPr lang="pt-BR" dirty="0" err="1"/>
              <a:t>nomes.add</a:t>
            </a:r>
            <a:r>
              <a:rPr lang="pt-BR" dirty="0"/>
              <a:t>("Maria");</a:t>
            </a:r>
          </a:p>
          <a:p>
            <a:r>
              <a:rPr lang="pt-BR" dirty="0"/>
              <a:t>        for (</a:t>
            </a:r>
            <a:r>
              <a:rPr lang="pt-BR" dirty="0" err="1"/>
              <a:t>String</a:t>
            </a:r>
            <a:r>
              <a:rPr lang="pt-BR" dirty="0"/>
              <a:t> nome : nomes) {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(nome);</a:t>
            </a:r>
          </a:p>
          <a:p>
            <a:r>
              <a:rPr lang="pt-BR" dirty="0"/>
              <a:t>        }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  <a:p>
            <a:r>
              <a:rPr lang="pt-BR" b="1" dirty="0"/>
              <a:t>Características:</a:t>
            </a:r>
            <a:endParaRPr lang="pt-BR" dirty="0"/>
          </a:p>
          <a:p>
            <a:r>
              <a:rPr lang="pt-BR" dirty="0"/>
              <a:t>Tamanho variável.</a:t>
            </a:r>
          </a:p>
          <a:p>
            <a:r>
              <a:rPr lang="pt-BR" dirty="0"/>
              <a:t>Métodos prontos (</a:t>
            </a:r>
            <a:r>
              <a:rPr lang="pt-BR" dirty="0" err="1"/>
              <a:t>add</a:t>
            </a:r>
            <a:r>
              <a:rPr lang="pt-BR" dirty="0"/>
              <a:t>, remove, </a:t>
            </a:r>
            <a:r>
              <a:rPr lang="pt-BR" dirty="0" err="1"/>
              <a:t>contains</a:t>
            </a:r>
            <a:r>
              <a:rPr lang="pt-BR" dirty="0"/>
              <a:t>).</a:t>
            </a:r>
          </a:p>
          <a:p>
            <a:r>
              <a:rPr lang="pt-BR" dirty="0"/>
              <a:t>Mais flexível que </a:t>
            </a:r>
            <a:r>
              <a:rPr lang="pt-BR" dirty="0" err="1"/>
              <a:t>arrays</a:t>
            </a:r>
            <a:r>
              <a:rPr lang="pt-BR" dirty="0"/>
              <a:t>.</a:t>
            </a:r>
          </a:p>
          <a:p>
            <a:pPr lvl="0"/>
            <a:endParaRPr lang="pt-BR" dirty="0"/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0377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FC56B-5AB3-523A-EC70-1D4877DFE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33A7B2D-5BD4-A996-D743-ACD2D9665365}"/>
              </a:ext>
            </a:extLst>
          </p:cNvPr>
          <p:cNvSpPr txBox="1"/>
          <p:nvPr/>
        </p:nvSpPr>
        <p:spPr>
          <a:xfrm>
            <a:off x="2418769" y="25613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Exercício 1:</a:t>
            </a:r>
            <a:endParaRPr lang="pt-BR" sz="2800" b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50A049-E105-9832-0177-49BE7B3096CF}"/>
              </a:ext>
            </a:extLst>
          </p:cNvPr>
          <p:cNvSpPr txBox="1"/>
          <p:nvPr/>
        </p:nvSpPr>
        <p:spPr>
          <a:xfrm>
            <a:off x="652661" y="889843"/>
            <a:ext cx="1056523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/>
              <a:t>Criar classe Java denominada Carro contendo nome, montadora e valor juntamente com classe publica Java denominada </a:t>
            </a:r>
            <a:r>
              <a:rPr lang="pt-BR" b="1" dirty="0" err="1"/>
              <a:t>CadastroCarros</a:t>
            </a:r>
            <a:r>
              <a:rPr lang="pt-BR" b="1" dirty="0"/>
              <a:t> para 1-Incluir, 2-Listar, 3-Remover, 4-Sair do sistema de carros</a:t>
            </a:r>
          </a:p>
          <a:p>
            <a:pPr lvl="0"/>
            <a:endParaRPr lang="pt-BR" b="1" dirty="0"/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java.util.ArrayList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java.util.Scanner</a:t>
            </a:r>
            <a:r>
              <a:rPr lang="pt-BR" dirty="0"/>
              <a:t>;</a:t>
            </a:r>
          </a:p>
          <a:p>
            <a:r>
              <a:rPr lang="pt-BR" dirty="0" err="1"/>
              <a:t>class</a:t>
            </a:r>
            <a:r>
              <a:rPr lang="pt-BR" dirty="0"/>
              <a:t> Carro {</a:t>
            </a:r>
          </a:p>
          <a:p>
            <a:r>
              <a:rPr lang="pt-BR" dirty="0"/>
              <a:t>    </a:t>
            </a:r>
            <a:r>
              <a:rPr lang="pt-BR" dirty="0" err="1"/>
              <a:t>String</a:t>
            </a:r>
            <a:r>
              <a:rPr lang="pt-BR" dirty="0"/>
              <a:t> nome;</a:t>
            </a:r>
          </a:p>
          <a:p>
            <a:r>
              <a:rPr lang="pt-BR" dirty="0"/>
              <a:t>    </a:t>
            </a:r>
            <a:r>
              <a:rPr lang="pt-BR" dirty="0" err="1"/>
              <a:t>String</a:t>
            </a:r>
            <a:r>
              <a:rPr lang="pt-BR" dirty="0"/>
              <a:t> montadora;</a:t>
            </a:r>
          </a:p>
          <a:p>
            <a:r>
              <a:rPr lang="pt-BR" dirty="0"/>
              <a:t>    </a:t>
            </a:r>
            <a:r>
              <a:rPr lang="pt-BR" dirty="0" err="1"/>
              <a:t>double</a:t>
            </a:r>
            <a:r>
              <a:rPr lang="pt-BR" dirty="0"/>
              <a:t> valor;</a:t>
            </a:r>
          </a:p>
          <a:p>
            <a:r>
              <a:rPr lang="pt-BR" dirty="0"/>
              <a:t>    Carro(</a:t>
            </a:r>
            <a:r>
              <a:rPr lang="pt-BR" dirty="0" err="1"/>
              <a:t>String</a:t>
            </a:r>
            <a:r>
              <a:rPr lang="pt-BR" dirty="0"/>
              <a:t> nome, </a:t>
            </a:r>
            <a:r>
              <a:rPr lang="pt-BR" dirty="0" err="1"/>
              <a:t>String</a:t>
            </a:r>
            <a:r>
              <a:rPr lang="pt-BR" dirty="0"/>
              <a:t> montadora, </a:t>
            </a:r>
            <a:r>
              <a:rPr lang="pt-BR" dirty="0" err="1"/>
              <a:t>double</a:t>
            </a:r>
            <a:r>
              <a:rPr lang="pt-BR" dirty="0"/>
              <a:t> valor) {</a:t>
            </a:r>
          </a:p>
          <a:p>
            <a:r>
              <a:rPr lang="pt-BR" dirty="0"/>
              <a:t>        </a:t>
            </a:r>
            <a:r>
              <a:rPr lang="pt-BR" dirty="0" err="1"/>
              <a:t>this.nome</a:t>
            </a:r>
            <a:r>
              <a:rPr lang="pt-BR" dirty="0"/>
              <a:t> = nome;</a:t>
            </a:r>
          </a:p>
          <a:p>
            <a:r>
              <a:rPr lang="pt-BR" dirty="0"/>
              <a:t>        </a:t>
            </a:r>
            <a:r>
              <a:rPr lang="pt-BR" dirty="0" err="1"/>
              <a:t>this.montadora</a:t>
            </a:r>
            <a:r>
              <a:rPr lang="pt-BR" dirty="0"/>
              <a:t> = montadora;</a:t>
            </a:r>
          </a:p>
          <a:p>
            <a:r>
              <a:rPr lang="pt-BR" dirty="0"/>
              <a:t>        </a:t>
            </a:r>
            <a:r>
              <a:rPr lang="pt-BR" dirty="0" err="1"/>
              <a:t>this.valor</a:t>
            </a:r>
            <a:r>
              <a:rPr lang="pt-BR" dirty="0"/>
              <a:t> = valor;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   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mostrarInfo</a:t>
            </a:r>
            <a:r>
              <a:rPr lang="pt-BR" dirty="0"/>
              <a:t>() {</a:t>
            </a:r>
          </a:p>
          <a:p>
            <a:r>
              <a:rPr lang="pt-BR" dirty="0"/>
              <a:t>        </a:t>
            </a:r>
            <a:r>
              <a:rPr lang="pt-BR" dirty="0" err="1"/>
              <a:t>System.out.println</a:t>
            </a:r>
            <a:r>
              <a:rPr lang="pt-BR" dirty="0"/>
              <a:t>("Nome: " + nome + ", Montadora: " + montadora + ", Valor: " + valor);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49606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7705-FCA7-884C-EC5C-355EF671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FEF2980A-2868-A942-47E8-C91933B3B727}"/>
              </a:ext>
            </a:extLst>
          </p:cNvPr>
          <p:cNvSpPr txBox="1"/>
          <p:nvPr/>
        </p:nvSpPr>
        <p:spPr>
          <a:xfrm>
            <a:off x="813382" y="117693"/>
            <a:ext cx="10565235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CadastroCarros</a:t>
            </a:r>
            <a:r>
              <a:rPr lang="pt-BR" dirty="0"/>
              <a:t> {</a:t>
            </a:r>
          </a:p>
          <a:p>
            <a:r>
              <a:rPr lang="pt-BR" dirty="0"/>
              <a:t>    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        Scanner entrada = new Scanner(System.in);</a:t>
            </a:r>
          </a:p>
          <a:p>
            <a:r>
              <a:rPr lang="pt-BR" dirty="0"/>
              <a:t>        </a:t>
            </a:r>
            <a:r>
              <a:rPr lang="pt-BR" dirty="0" err="1"/>
              <a:t>ArrayList</a:t>
            </a:r>
            <a:r>
              <a:rPr lang="pt-BR" dirty="0"/>
              <a:t>&lt;Carro&gt; </a:t>
            </a:r>
            <a:r>
              <a:rPr lang="pt-BR" dirty="0" err="1"/>
              <a:t>listaCarros</a:t>
            </a:r>
            <a:r>
              <a:rPr lang="pt-BR" dirty="0"/>
              <a:t> = new </a:t>
            </a:r>
            <a:r>
              <a:rPr lang="pt-BR" dirty="0" err="1"/>
              <a:t>ArrayList</a:t>
            </a:r>
            <a:r>
              <a:rPr lang="pt-BR" dirty="0"/>
              <a:t>&lt;&gt;();</a:t>
            </a:r>
          </a:p>
          <a:p>
            <a:r>
              <a:rPr lang="pt-BR" dirty="0"/>
              <a:t>        </a:t>
            </a:r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opcao</a:t>
            </a:r>
            <a:r>
              <a:rPr lang="pt-BR" dirty="0"/>
              <a:t>;</a:t>
            </a:r>
          </a:p>
          <a:p>
            <a:r>
              <a:rPr lang="pt-BR" dirty="0"/>
              <a:t>        do { </a:t>
            </a:r>
            <a:r>
              <a:rPr lang="pt-BR" dirty="0" err="1"/>
              <a:t>System.out.println</a:t>
            </a:r>
            <a:r>
              <a:rPr lang="pt-BR" dirty="0"/>
              <a:t>("\n--- MENU ---");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("1 - Incluir");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("2 - Listar");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("3 - Remover");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System.out.println</a:t>
            </a:r>
            <a:r>
              <a:rPr lang="pt-BR" dirty="0"/>
              <a:t>("4 - Sair");</a:t>
            </a:r>
          </a:p>
          <a:p>
            <a:r>
              <a:rPr lang="pt-BR" dirty="0"/>
              <a:t>            </a:t>
            </a:r>
            <a:r>
              <a:rPr lang="pt-BR" dirty="0" err="1"/>
              <a:t>System.out.print</a:t>
            </a:r>
            <a:r>
              <a:rPr lang="pt-BR" dirty="0"/>
              <a:t>("Escolha uma opção: ");</a:t>
            </a:r>
          </a:p>
          <a:p>
            <a:r>
              <a:rPr lang="pt-BR" dirty="0"/>
              <a:t>            </a:t>
            </a:r>
            <a:r>
              <a:rPr lang="pt-BR" dirty="0" err="1"/>
              <a:t>opcao</a:t>
            </a:r>
            <a:r>
              <a:rPr lang="pt-BR" dirty="0"/>
              <a:t> = </a:t>
            </a:r>
            <a:r>
              <a:rPr lang="pt-BR" dirty="0" err="1"/>
              <a:t>entrada.nextInt</a:t>
            </a:r>
            <a:r>
              <a:rPr lang="pt-BR" dirty="0"/>
              <a:t>();</a:t>
            </a:r>
          </a:p>
          <a:p>
            <a:r>
              <a:rPr lang="pt-BR" dirty="0"/>
              <a:t>            </a:t>
            </a:r>
            <a:r>
              <a:rPr lang="pt-BR" dirty="0" err="1"/>
              <a:t>entrada.nextLine</a:t>
            </a:r>
            <a:r>
              <a:rPr lang="pt-BR" dirty="0"/>
              <a:t>(); // limpar buffer</a:t>
            </a:r>
          </a:p>
          <a:p>
            <a:r>
              <a:rPr lang="pt-BR" dirty="0"/>
              <a:t>            switch (</a:t>
            </a:r>
            <a:r>
              <a:rPr lang="pt-BR" dirty="0" err="1"/>
              <a:t>opcao</a:t>
            </a:r>
            <a:r>
              <a:rPr lang="pt-BR" dirty="0"/>
              <a:t>) {</a:t>
            </a:r>
          </a:p>
          <a:p>
            <a:r>
              <a:rPr lang="pt-BR" dirty="0"/>
              <a:t>                case 1: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</a:t>
            </a:r>
            <a:r>
              <a:rPr lang="pt-BR" dirty="0"/>
              <a:t>("Nome: ");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String</a:t>
            </a:r>
            <a:r>
              <a:rPr lang="pt-BR" dirty="0"/>
              <a:t> nome = </a:t>
            </a:r>
            <a:r>
              <a:rPr lang="pt-BR" dirty="0" err="1"/>
              <a:t>entrada.nextLine</a:t>
            </a:r>
            <a:r>
              <a:rPr lang="pt-BR" dirty="0"/>
              <a:t>();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</a:t>
            </a:r>
            <a:r>
              <a:rPr lang="pt-BR" dirty="0"/>
              <a:t>("Montadora: ");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String</a:t>
            </a:r>
            <a:r>
              <a:rPr lang="pt-BR" dirty="0"/>
              <a:t> montadora = </a:t>
            </a:r>
            <a:r>
              <a:rPr lang="pt-BR" dirty="0" err="1"/>
              <a:t>entrada.nextLine</a:t>
            </a:r>
            <a:r>
              <a:rPr lang="pt-BR" dirty="0"/>
              <a:t>();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</a:t>
            </a:r>
            <a:r>
              <a:rPr lang="pt-BR" dirty="0"/>
              <a:t>("Valor: ");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double</a:t>
            </a:r>
            <a:r>
              <a:rPr lang="pt-BR" dirty="0"/>
              <a:t> valor = </a:t>
            </a:r>
            <a:r>
              <a:rPr lang="pt-BR" dirty="0" err="1"/>
              <a:t>entrada.nextDouble</a:t>
            </a:r>
            <a:r>
              <a:rPr lang="pt-BR" dirty="0"/>
              <a:t>();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listaCarros.add</a:t>
            </a:r>
            <a:r>
              <a:rPr lang="pt-BR" dirty="0"/>
              <a:t>(new Carro(nome, montadora, valor));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System.out.println</a:t>
            </a:r>
            <a:r>
              <a:rPr lang="pt-BR" dirty="0"/>
              <a:t>("Carro cadastrado com sucesso!");</a:t>
            </a:r>
          </a:p>
          <a:p>
            <a:r>
              <a:rPr lang="pt-BR" dirty="0"/>
              <a:t>                    break;</a:t>
            </a:r>
          </a:p>
        </p:txBody>
      </p:sp>
    </p:spTree>
    <p:extLst>
      <p:ext uri="{BB962C8B-B14F-4D97-AF65-F5344CB8AC3E}">
        <p14:creationId xmlns:p14="http://schemas.microsoft.com/office/powerpoint/2010/main" val="2737035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23F89-F16E-591D-DF19-3FF80202E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1FF7097-EE4E-5439-E703-63E39DB89D00}"/>
              </a:ext>
            </a:extLst>
          </p:cNvPr>
          <p:cNvSpPr txBox="1"/>
          <p:nvPr/>
        </p:nvSpPr>
        <p:spPr>
          <a:xfrm>
            <a:off x="813382" y="173154"/>
            <a:ext cx="1056523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case 2: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System.out.println</a:t>
            </a:r>
            <a:r>
              <a:rPr lang="pt-BR" dirty="0"/>
              <a:t>("\n--- Lista de Carros ---");</a:t>
            </a:r>
          </a:p>
          <a:p>
            <a:r>
              <a:rPr lang="pt-BR" dirty="0"/>
              <a:t>                    for (Carro a : </a:t>
            </a:r>
            <a:r>
              <a:rPr lang="pt-BR" dirty="0" err="1"/>
              <a:t>listaCarros</a:t>
            </a:r>
            <a:r>
              <a:rPr lang="pt-BR" dirty="0"/>
              <a:t>) {</a:t>
            </a:r>
          </a:p>
          <a:p>
            <a:r>
              <a:rPr lang="pt-BR" dirty="0"/>
              <a:t>                        </a:t>
            </a:r>
            <a:r>
              <a:rPr lang="pt-BR" dirty="0" err="1"/>
              <a:t>a.mostrarInfo</a:t>
            </a:r>
            <a:r>
              <a:rPr lang="pt-BR" dirty="0"/>
              <a:t>();</a:t>
            </a:r>
          </a:p>
          <a:p>
            <a:r>
              <a:rPr lang="pt-BR" dirty="0"/>
              <a:t>                        </a:t>
            </a:r>
            <a:r>
              <a:rPr lang="pt-BR" dirty="0" err="1"/>
              <a:t>System.out.println</a:t>
            </a:r>
            <a:r>
              <a:rPr lang="pt-BR" dirty="0"/>
              <a:t>("-------------------");</a:t>
            </a:r>
          </a:p>
          <a:p>
            <a:r>
              <a:rPr lang="pt-BR" dirty="0"/>
              <a:t>                    }  break;</a:t>
            </a:r>
          </a:p>
          <a:p>
            <a:r>
              <a:rPr lang="pt-BR" dirty="0"/>
              <a:t>                case 3: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</a:t>
            </a:r>
            <a:r>
              <a:rPr lang="pt-BR" dirty="0"/>
              <a:t>("Digite o nome para remover: ");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String</a:t>
            </a:r>
            <a:r>
              <a:rPr lang="pt-BR" dirty="0"/>
              <a:t> </a:t>
            </a:r>
            <a:r>
              <a:rPr lang="pt-BR" dirty="0" err="1"/>
              <a:t>nomeRemover</a:t>
            </a:r>
            <a:r>
              <a:rPr lang="pt-BR" dirty="0"/>
              <a:t> = </a:t>
            </a:r>
            <a:r>
              <a:rPr lang="pt-BR" dirty="0" err="1"/>
              <a:t>entrada.nextLine</a:t>
            </a:r>
            <a:r>
              <a:rPr lang="pt-BR" dirty="0"/>
              <a:t>();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boolean</a:t>
            </a:r>
            <a:r>
              <a:rPr lang="pt-BR" dirty="0"/>
              <a:t> removido = false;</a:t>
            </a:r>
          </a:p>
          <a:p>
            <a:r>
              <a:rPr lang="pt-BR" dirty="0"/>
              <a:t>                    for (Carro c : </a:t>
            </a:r>
            <a:r>
              <a:rPr lang="pt-BR" dirty="0" err="1"/>
              <a:t>listaCarros</a:t>
            </a:r>
            <a:r>
              <a:rPr lang="pt-BR" dirty="0"/>
              <a:t>) {</a:t>
            </a:r>
          </a:p>
          <a:p>
            <a:r>
              <a:rPr lang="pt-BR" dirty="0"/>
              <a:t>                        </a:t>
            </a:r>
            <a:r>
              <a:rPr lang="pt-BR" dirty="0" err="1"/>
              <a:t>if</a:t>
            </a:r>
            <a:r>
              <a:rPr lang="pt-BR" dirty="0"/>
              <a:t> (</a:t>
            </a:r>
            <a:r>
              <a:rPr lang="pt-BR" dirty="0" err="1"/>
              <a:t>c.nome.equalsIgnoreCase</a:t>
            </a:r>
            <a:r>
              <a:rPr lang="pt-BR" dirty="0"/>
              <a:t>(</a:t>
            </a:r>
            <a:r>
              <a:rPr lang="pt-BR" dirty="0" err="1"/>
              <a:t>nomeRemover</a:t>
            </a:r>
            <a:r>
              <a:rPr lang="pt-BR" dirty="0"/>
              <a:t>)) {</a:t>
            </a:r>
          </a:p>
          <a:p>
            <a:r>
              <a:rPr lang="pt-BR" dirty="0"/>
              <a:t>                            </a:t>
            </a:r>
            <a:r>
              <a:rPr lang="pt-BR" dirty="0" err="1"/>
              <a:t>listaCarros.remove</a:t>
            </a:r>
            <a:r>
              <a:rPr lang="pt-BR" dirty="0"/>
              <a:t>(c);</a:t>
            </a:r>
          </a:p>
          <a:p>
            <a:r>
              <a:rPr lang="pt-BR" dirty="0"/>
              <a:t>                            removido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r>
              <a:rPr lang="pt-BR" dirty="0"/>
              <a:t>                            break;</a:t>
            </a:r>
          </a:p>
          <a:p>
            <a:r>
              <a:rPr lang="pt-BR" dirty="0"/>
              <a:t>                        }</a:t>
            </a:r>
          </a:p>
          <a:p>
            <a:r>
              <a:rPr lang="pt-BR" dirty="0"/>
              <a:t>                    }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if</a:t>
            </a:r>
            <a:r>
              <a:rPr lang="pt-BR" dirty="0"/>
              <a:t> (removido) {</a:t>
            </a:r>
          </a:p>
          <a:p>
            <a:r>
              <a:rPr lang="pt-BR" dirty="0"/>
              <a:t>                        </a:t>
            </a:r>
            <a:r>
              <a:rPr lang="pt-BR" dirty="0" err="1"/>
              <a:t>System.out.println</a:t>
            </a:r>
            <a:r>
              <a:rPr lang="pt-BR" dirty="0"/>
              <a:t>("Carro removido com sucesso!");</a:t>
            </a:r>
          </a:p>
          <a:p>
            <a:r>
              <a:rPr lang="pt-BR" dirty="0"/>
              <a:t>                    } </a:t>
            </a:r>
            <a:r>
              <a:rPr lang="pt-BR" dirty="0" err="1"/>
              <a:t>else</a:t>
            </a:r>
            <a:r>
              <a:rPr lang="pt-BR" dirty="0"/>
              <a:t> {</a:t>
            </a:r>
          </a:p>
          <a:p>
            <a:r>
              <a:rPr lang="pt-BR" dirty="0"/>
              <a:t>                        </a:t>
            </a:r>
            <a:r>
              <a:rPr lang="pt-BR" dirty="0" err="1"/>
              <a:t>System.out.println</a:t>
            </a:r>
            <a:r>
              <a:rPr lang="pt-BR" dirty="0"/>
              <a:t>("Carro não encontrado.");</a:t>
            </a:r>
          </a:p>
          <a:p>
            <a:r>
              <a:rPr lang="pt-BR" dirty="0"/>
              <a:t>                    } break;</a:t>
            </a:r>
          </a:p>
        </p:txBody>
      </p:sp>
    </p:spTree>
    <p:extLst>
      <p:ext uri="{BB962C8B-B14F-4D97-AF65-F5344CB8AC3E}">
        <p14:creationId xmlns:p14="http://schemas.microsoft.com/office/powerpoint/2010/main" val="658692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D8FB-625E-9164-E795-54B467AC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A2E01267-AC57-FAC4-1603-C5AAE6ACEB27}"/>
              </a:ext>
            </a:extLst>
          </p:cNvPr>
          <p:cNvSpPr txBox="1"/>
          <p:nvPr/>
        </p:nvSpPr>
        <p:spPr>
          <a:xfrm>
            <a:off x="813382" y="173154"/>
            <a:ext cx="105652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case 4: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System.out.println</a:t>
            </a:r>
            <a:r>
              <a:rPr lang="pt-BR" dirty="0"/>
              <a:t>("Encerrando o sistema...");</a:t>
            </a:r>
          </a:p>
          <a:p>
            <a:r>
              <a:rPr lang="pt-BR" dirty="0"/>
              <a:t>                    break;</a:t>
            </a:r>
          </a:p>
          <a:p>
            <a:r>
              <a:rPr lang="pt-BR" dirty="0"/>
              <a:t>                default:</a:t>
            </a:r>
          </a:p>
          <a:p>
            <a:r>
              <a:rPr lang="pt-BR" dirty="0"/>
              <a:t>                    </a:t>
            </a:r>
            <a:r>
              <a:rPr lang="pt-BR" dirty="0" err="1"/>
              <a:t>System.out.println</a:t>
            </a:r>
            <a:r>
              <a:rPr lang="pt-BR" dirty="0"/>
              <a:t>("Opção inválida!");</a:t>
            </a:r>
          </a:p>
          <a:p>
            <a:r>
              <a:rPr lang="pt-BR" dirty="0"/>
              <a:t>            }</a:t>
            </a:r>
          </a:p>
          <a:p>
            <a:r>
              <a:rPr lang="pt-BR" dirty="0"/>
              <a:t>        } </a:t>
            </a:r>
            <a:r>
              <a:rPr lang="pt-BR" dirty="0" err="1"/>
              <a:t>while</a:t>
            </a:r>
            <a:r>
              <a:rPr lang="pt-BR" dirty="0"/>
              <a:t> (</a:t>
            </a:r>
            <a:r>
              <a:rPr lang="pt-BR" dirty="0" err="1"/>
              <a:t>opcao</a:t>
            </a:r>
            <a:r>
              <a:rPr lang="pt-BR" dirty="0"/>
              <a:t> != 4);</a:t>
            </a:r>
          </a:p>
          <a:p>
            <a:r>
              <a:rPr lang="pt-BR" dirty="0"/>
              <a:t>        </a:t>
            </a:r>
            <a:r>
              <a:rPr lang="pt-BR" dirty="0" err="1"/>
              <a:t>entrada.close</a:t>
            </a:r>
            <a:r>
              <a:rPr lang="pt-BR" dirty="0"/>
              <a:t>();</a:t>
            </a:r>
          </a:p>
          <a:p>
            <a:r>
              <a:rPr lang="pt-BR" dirty="0"/>
              <a:t>    }</a:t>
            </a:r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5591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9E83A-2043-1D65-EEEB-296F35BC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D572E8D-F252-BFF8-F734-11690043CE8A}"/>
              </a:ext>
            </a:extLst>
          </p:cNvPr>
          <p:cNvSpPr txBox="1"/>
          <p:nvPr/>
        </p:nvSpPr>
        <p:spPr>
          <a:xfrm>
            <a:off x="2437623" y="49180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dirty="0"/>
              <a:t>Diferenças entre </a:t>
            </a:r>
            <a:r>
              <a:rPr lang="pt-BR" sz="2800" dirty="0" err="1"/>
              <a:t>Arrays</a:t>
            </a:r>
            <a:r>
              <a:rPr lang="pt-BR" sz="2800" dirty="0"/>
              <a:t> e </a:t>
            </a:r>
            <a:r>
              <a:rPr lang="pt-BR" sz="2800" dirty="0" err="1"/>
              <a:t>ArrayList</a:t>
            </a:r>
            <a:endParaRPr lang="pt-BR" sz="28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442CAA1-4B02-2B6D-3428-F3917DCD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3" y="1168924"/>
            <a:ext cx="11418452" cy="35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76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E8EDB-2E32-6357-581A-77E071C8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E1964AB-949E-7BD5-440A-A411DBF108C6}"/>
              </a:ext>
            </a:extLst>
          </p:cNvPr>
          <p:cNvSpPr txBox="1"/>
          <p:nvPr/>
        </p:nvSpPr>
        <p:spPr>
          <a:xfrm>
            <a:off x="2437623" y="49180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Resumo</a:t>
            </a:r>
          </a:p>
        </p:txBody>
      </p:sp>
      <p:pic>
        <p:nvPicPr>
          <p:cNvPr id="1026" name="Picture 2" descr="Slides Arrays e Coleções em Java">
            <a:extLst>
              <a:ext uri="{FF2B5EF4-FFF2-40B4-BE49-F238E27FC236}">
                <a16:creationId xmlns:a16="http://schemas.microsoft.com/office/drawing/2014/main" id="{FFE11610-6F03-DE90-861B-8405D9206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13" b="6337"/>
          <a:stretch>
            <a:fillRect/>
          </a:stretch>
        </p:blipFill>
        <p:spPr bwMode="auto">
          <a:xfrm>
            <a:off x="147840" y="1348033"/>
            <a:ext cx="11896319" cy="3723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498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AFD4B-804C-8516-2231-D09CCA270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636AC729-57C9-F5D7-01EB-B16E6CD6B787}"/>
              </a:ext>
            </a:extLst>
          </p:cNvPr>
          <p:cNvSpPr txBox="1"/>
          <p:nvPr/>
        </p:nvSpPr>
        <p:spPr>
          <a:xfrm>
            <a:off x="2437623" y="491804"/>
            <a:ext cx="60975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/>
              <a:t>Exercício 2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D888A3-7D1E-D16F-161E-2C4816D57D13}"/>
              </a:ext>
            </a:extLst>
          </p:cNvPr>
          <p:cNvSpPr txBox="1"/>
          <p:nvPr/>
        </p:nvSpPr>
        <p:spPr>
          <a:xfrm>
            <a:off x="1112363" y="1291472"/>
            <a:ext cx="871036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-Criar um programa Java que armazene apenas nomes em um </a:t>
            </a:r>
            <a:r>
              <a:rPr lang="pt-BR" sz="2800" dirty="0" err="1"/>
              <a:t>ArrayList</a:t>
            </a:r>
            <a:r>
              <a:rPr lang="pt-BR" sz="2800" dirty="0"/>
              <a:t> e permita adicionar e remover nomes de forma dinâmica.</a:t>
            </a:r>
          </a:p>
        </p:txBody>
      </p:sp>
    </p:spTree>
    <p:extLst>
      <p:ext uri="{BB962C8B-B14F-4D97-AF65-F5344CB8AC3E}">
        <p14:creationId xmlns:p14="http://schemas.microsoft.com/office/powerpoint/2010/main" val="3429771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B0439-E627-4CF1-AD2F-ACD17DB3B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770BF5A5-7389-13FF-527A-80BBBC5918D7}"/>
              </a:ext>
            </a:extLst>
          </p:cNvPr>
          <p:cNvSpPr txBox="1"/>
          <p:nvPr/>
        </p:nvSpPr>
        <p:spPr>
          <a:xfrm>
            <a:off x="2176366" y="342513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3600" dirty="0"/>
              <a:t>Conclusão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ED5EAEE-D693-D496-6D9E-4C37B2CC95D7}"/>
              </a:ext>
            </a:extLst>
          </p:cNvPr>
          <p:cNvSpPr txBox="1"/>
          <p:nvPr/>
        </p:nvSpPr>
        <p:spPr>
          <a:xfrm>
            <a:off x="811475" y="1500217"/>
            <a:ext cx="88321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pt-BR" b="1" dirty="0" err="1"/>
              <a:t>Arrays</a:t>
            </a:r>
            <a:r>
              <a:rPr lang="pt-BR" b="1" dirty="0"/>
              <a:t> são úteis para dados fixos e simples.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lvl="0"/>
            <a:r>
              <a:rPr lang="pt-BR" b="1" dirty="0"/>
              <a:t>Já as coleções(listas) oferecem flexibilidade e métodos prontos.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pt-BR" b="1" dirty="0"/>
          </a:p>
          <a:p>
            <a:pPr lvl="0"/>
            <a:r>
              <a:rPr lang="pt-BR" b="1" dirty="0"/>
              <a:t>A escolha depende da necessidade do problema.</a:t>
            </a:r>
          </a:p>
          <a:p>
            <a:pPr lvl="0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63453895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429</TotalTime>
  <Words>769</Words>
  <Application>Microsoft Office PowerPoint</Application>
  <PresentationFormat>Widescreen</PresentationFormat>
  <Paragraphs>115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Facetado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123</cp:revision>
  <dcterms:created xsi:type="dcterms:W3CDTF">2026-03-07T12:30:21Z</dcterms:created>
  <dcterms:modified xsi:type="dcterms:W3CDTF">2026-04-28T22:46:52Z</dcterms:modified>
</cp:coreProperties>
</file>