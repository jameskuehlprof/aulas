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1" r:id="rId5"/>
    <p:sldId id="262" r:id="rId6"/>
    <p:sldId id="265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2496717" y="2003362"/>
            <a:ext cx="60975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000" b="1" dirty="0"/>
              <a:t>Continuação de Variáveis, Operadores e </a:t>
            </a:r>
          </a:p>
          <a:p>
            <a:pPr algn="ctr"/>
            <a:r>
              <a:rPr lang="pt-BR" sz="4000" b="1" dirty="0"/>
              <a:t>Tipos de Dados em Java</a:t>
            </a:r>
            <a:endParaRPr lang="pt-BR" sz="4000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2801516" y="54778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513183" y="1528305"/>
            <a:ext cx="10440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Compreender o conceito de variáveis em Java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Identificar os principais tipos de dados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Utilizar relacionais e lógicos em conjunto com operadores aritméticos</a:t>
            </a:r>
            <a:endParaRPr lang="pt-BR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Aplicar exemplos práticos em código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09343" y="454097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b="1" dirty="0"/>
              <a:t>Variáveis</a:t>
            </a:r>
            <a:endParaRPr lang="pt-BR" sz="36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699796" y="1304370"/>
            <a:ext cx="957320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Espaço na memória para armazenar valores</a:t>
            </a:r>
            <a:endParaRPr lang="pt-BR" dirty="0"/>
          </a:p>
          <a:p>
            <a:pPr lvl="0"/>
            <a:r>
              <a:rPr lang="pt-BR" b="1" dirty="0"/>
              <a:t>Cada variável tem: nome, tipo e valor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Inteiros: byte, short, </a:t>
            </a:r>
            <a:r>
              <a:rPr lang="pt-BR" b="1" dirty="0" err="1"/>
              <a:t>int</a:t>
            </a:r>
            <a:r>
              <a:rPr lang="pt-BR" b="1" dirty="0"/>
              <a:t>, </a:t>
            </a:r>
            <a:r>
              <a:rPr lang="pt-BR" b="1" dirty="0" err="1"/>
              <a:t>long</a:t>
            </a:r>
            <a:endParaRPr lang="pt-BR" dirty="0"/>
          </a:p>
          <a:p>
            <a:pPr lvl="0"/>
            <a:r>
              <a:rPr lang="pt-BR" b="1" dirty="0"/>
              <a:t>Reais: </a:t>
            </a:r>
            <a:r>
              <a:rPr lang="pt-BR" b="1" dirty="0" err="1"/>
              <a:t>float</a:t>
            </a:r>
            <a:r>
              <a:rPr lang="pt-BR" b="1" dirty="0"/>
              <a:t>, </a:t>
            </a:r>
            <a:r>
              <a:rPr lang="pt-BR" b="1" dirty="0" err="1"/>
              <a:t>double</a:t>
            </a:r>
            <a:endParaRPr lang="pt-BR" dirty="0"/>
          </a:p>
          <a:p>
            <a:pPr lvl="0"/>
            <a:r>
              <a:rPr lang="pt-BR" b="1" dirty="0"/>
              <a:t>Caractere: char</a:t>
            </a:r>
            <a:endParaRPr lang="pt-BR" dirty="0"/>
          </a:p>
          <a:p>
            <a:pPr lvl="0"/>
            <a:r>
              <a:rPr lang="pt-BR" b="1" dirty="0"/>
              <a:t>Booleano: </a:t>
            </a:r>
            <a:r>
              <a:rPr lang="pt-BR" b="1" dirty="0" err="1"/>
              <a:t>boolean</a:t>
            </a:r>
            <a:endParaRPr lang="pt-BR" dirty="0"/>
          </a:p>
          <a:p>
            <a:pPr lvl="0"/>
            <a:endParaRPr lang="pt-BR" dirty="0"/>
          </a:p>
          <a:p>
            <a:pPr lvl="0"/>
            <a:r>
              <a:rPr lang="pt-BR" b="1" dirty="0"/>
              <a:t>Sintaxe: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double</a:t>
            </a:r>
            <a:r>
              <a:rPr lang="pt-BR" b="1" dirty="0"/>
              <a:t> </a:t>
            </a:r>
            <a:r>
              <a:rPr lang="pt-BR" b="1" dirty="0" err="1"/>
              <a:t>preco</a:t>
            </a:r>
            <a:r>
              <a:rPr lang="pt-BR" b="1" dirty="0"/>
              <a:t> = 20.8;</a:t>
            </a:r>
            <a:endParaRPr lang="pt-BR" dirty="0"/>
          </a:p>
          <a:p>
            <a:r>
              <a:rPr lang="pt-BR" b="1" dirty="0" err="1"/>
              <a:t>String</a:t>
            </a:r>
            <a:r>
              <a:rPr lang="pt-BR" b="1" dirty="0"/>
              <a:t> nome = “Pedro";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4DFF8-1DC5-D4CB-7EBB-567BD37D3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8BA279AF-9E1A-649A-D7E4-B8899BED6D75}"/>
              </a:ext>
            </a:extLst>
          </p:cNvPr>
          <p:cNvSpPr txBox="1"/>
          <p:nvPr/>
        </p:nvSpPr>
        <p:spPr>
          <a:xfrm>
            <a:off x="1569875" y="51046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Relacionais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56ED02-A9FD-F02C-0BE7-ADD255915C84}"/>
              </a:ext>
            </a:extLst>
          </p:cNvPr>
          <p:cNvSpPr txBox="1"/>
          <p:nvPr/>
        </p:nvSpPr>
        <p:spPr>
          <a:xfrm>
            <a:off x="569168" y="2153456"/>
            <a:ext cx="957320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Igual: ==</a:t>
            </a:r>
            <a:endParaRPr lang="pt-BR" dirty="0"/>
          </a:p>
          <a:p>
            <a:pPr lvl="0"/>
            <a:r>
              <a:rPr lang="pt-BR" b="1" dirty="0"/>
              <a:t>Diferente: !=</a:t>
            </a:r>
            <a:endParaRPr lang="pt-BR" dirty="0"/>
          </a:p>
          <a:p>
            <a:pPr lvl="0"/>
            <a:r>
              <a:rPr lang="pt-BR" b="1" dirty="0"/>
              <a:t>Maior: &gt;</a:t>
            </a:r>
            <a:endParaRPr lang="pt-BR" dirty="0"/>
          </a:p>
          <a:p>
            <a:pPr lvl="0"/>
            <a:r>
              <a:rPr lang="pt-BR" b="1" dirty="0"/>
              <a:t>Menor: &lt;</a:t>
            </a:r>
            <a:endParaRPr lang="pt-BR" dirty="0"/>
          </a:p>
          <a:p>
            <a:pPr lvl="0"/>
            <a:r>
              <a:rPr lang="pt-BR" b="1" dirty="0"/>
              <a:t>Maior ou igual: &gt;=</a:t>
            </a:r>
            <a:endParaRPr lang="pt-BR" dirty="0"/>
          </a:p>
          <a:p>
            <a:pPr lvl="0"/>
            <a:r>
              <a:rPr lang="pt-BR" b="1" dirty="0"/>
              <a:t>Menor ou igual: &lt;=</a:t>
            </a:r>
          </a:p>
          <a:p>
            <a:pPr lvl="0"/>
            <a:endParaRPr lang="pt-BR" b="1" dirty="0"/>
          </a:p>
          <a:p>
            <a:r>
              <a:rPr lang="pt-BR" b="1" dirty="0"/>
              <a:t>Exemplo:</a:t>
            </a:r>
            <a:endParaRPr lang="pt-BR" dirty="0"/>
          </a:p>
          <a:p>
            <a:r>
              <a:rPr lang="pt-BR" b="1" dirty="0" err="1"/>
              <a:t>java</a:t>
            </a:r>
            <a:endParaRPr lang="pt-BR" dirty="0"/>
          </a:p>
          <a:p>
            <a:r>
              <a:rPr lang="pt-BR" b="1" dirty="0" err="1"/>
              <a:t>boolean</a:t>
            </a:r>
            <a:r>
              <a:rPr lang="pt-BR" b="1" dirty="0"/>
              <a:t> teste = (10 &gt; 5); // </a:t>
            </a:r>
            <a:r>
              <a:rPr lang="pt-BR" b="1" dirty="0" err="1"/>
              <a:t>true</a:t>
            </a:r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93639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3A512-9EC3-3758-F07E-86A1C924E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DAD120C-5039-57AA-E401-918871F3442B}"/>
              </a:ext>
            </a:extLst>
          </p:cNvPr>
          <p:cNvSpPr txBox="1"/>
          <p:nvPr/>
        </p:nvSpPr>
        <p:spPr>
          <a:xfrm>
            <a:off x="1943100" y="361175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Operadores Lógicos</a:t>
            </a:r>
            <a:endParaRPr lang="pt-BR" sz="4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B581DEB-7260-00E9-7153-8A193003864C}"/>
              </a:ext>
            </a:extLst>
          </p:cNvPr>
          <p:cNvSpPr txBox="1"/>
          <p:nvPr/>
        </p:nvSpPr>
        <p:spPr>
          <a:xfrm>
            <a:off x="1035698" y="1360355"/>
            <a:ext cx="81083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 (AND): &amp;&amp;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Ou (OR): ||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Negação (NOT): !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Exemplo: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java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b="1" dirty="0" err="1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 resultado = (10 &gt; 5) &amp;&amp; (5 &lt; 3); // false</a:t>
            </a:r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979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701D6-1556-E93B-6798-992D2FA80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F937A15-4DE5-77DC-3BE2-6ECED62FE752}"/>
              </a:ext>
            </a:extLst>
          </p:cNvPr>
          <p:cNvSpPr txBox="1"/>
          <p:nvPr/>
        </p:nvSpPr>
        <p:spPr>
          <a:xfrm>
            <a:off x="1943100" y="361175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Exemplo Completo</a:t>
            </a:r>
            <a:endParaRPr lang="pt-BR" sz="72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B68621B-D87C-DE65-6C77-FEEDBF2EAC08}"/>
              </a:ext>
            </a:extLst>
          </p:cNvPr>
          <p:cNvSpPr txBox="1"/>
          <p:nvPr/>
        </p:nvSpPr>
        <p:spPr>
          <a:xfrm>
            <a:off x="1203649" y="1035858"/>
            <a:ext cx="810830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class</a:t>
            </a:r>
            <a:r>
              <a:rPr lang="pt-BR" b="1" dirty="0"/>
              <a:t> Exemplo {</a:t>
            </a:r>
            <a:endParaRPr lang="pt-BR" dirty="0"/>
          </a:p>
          <a:p>
            <a:r>
              <a:rPr lang="pt-BR" b="1" dirty="0"/>
              <a:t>    </a:t>
            </a:r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static</a:t>
            </a:r>
            <a:r>
              <a:rPr lang="pt-BR" b="1" dirty="0"/>
              <a:t> </a:t>
            </a:r>
            <a:r>
              <a:rPr lang="pt-BR" b="1" dirty="0" err="1"/>
              <a:t>void</a:t>
            </a:r>
            <a:r>
              <a:rPr lang="pt-BR" b="1" dirty="0"/>
              <a:t> </a:t>
            </a:r>
            <a:r>
              <a:rPr lang="pt-BR" b="1" dirty="0" err="1"/>
              <a:t>main</a:t>
            </a:r>
            <a:r>
              <a:rPr lang="pt-BR" b="1" dirty="0"/>
              <a:t>(</a:t>
            </a:r>
            <a:r>
              <a:rPr lang="pt-BR" b="1" dirty="0" err="1"/>
              <a:t>String</a:t>
            </a:r>
            <a:r>
              <a:rPr lang="pt-BR" b="1" dirty="0"/>
              <a:t>[] </a:t>
            </a:r>
            <a:r>
              <a:rPr lang="pt-BR" b="1" dirty="0" err="1"/>
              <a:t>args</a:t>
            </a:r>
            <a:r>
              <a:rPr lang="pt-BR" b="1" dirty="0"/>
              <a:t>) {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double</a:t>
            </a:r>
            <a:r>
              <a:rPr lang="pt-BR" b="1" dirty="0"/>
              <a:t> a = 10.9, b = 20.8;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int</a:t>
            </a:r>
            <a:r>
              <a:rPr lang="pt-BR" b="1" dirty="0"/>
              <a:t> </a:t>
            </a:r>
            <a:r>
              <a:rPr lang="pt-BR" b="1" dirty="0" err="1"/>
              <a:t>diferenca</a:t>
            </a:r>
            <a:r>
              <a:rPr lang="pt-BR" b="1" dirty="0"/>
              <a:t> = a - b;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boolean</a:t>
            </a:r>
            <a:r>
              <a:rPr lang="pt-BR" b="1" dirty="0"/>
              <a:t> </a:t>
            </a:r>
            <a:r>
              <a:rPr lang="pt-BR" b="1" dirty="0" err="1"/>
              <a:t>comparacao</a:t>
            </a:r>
            <a:r>
              <a:rPr lang="pt-BR" b="1" dirty="0"/>
              <a:t> = (a &lt; b);</a:t>
            </a:r>
            <a:endParaRPr lang="pt-BR" dirty="0"/>
          </a:p>
          <a:p>
            <a:r>
              <a:rPr lang="pt-BR" b="1" dirty="0"/>
              <a:t> 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System.out.println</a:t>
            </a:r>
            <a:r>
              <a:rPr lang="pt-BR" b="1" dirty="0"/>
              <a:t>(“Diferença: " + </a:t>
            </a:r>
            <a:r>
              <a:rPr lang="pt-BR" b="1" dirty="0" err="1"/>
              <a:t>diferenca</a:t>
            </a:r>
            <a:r>
              <a:rPr lang="pt-BR" b="1" dirty="0"/>
              <a:t>);</a:t>
            </a:r>
            <a:endParaRPr lang="pt-BR" dirty="0"/>
          </a:p>
          <a:p>
            <a:r>
              <a:rPr lang="pt-BR" b="1" dirty="0"/>
              <a:t>        </a:t>
            </a:r>
            <a:r>
              <a:rPr lang="pt-BR" b="1" dirty="0" err="1"/>
              <a:t>System.out.println</a:t>
            </a:r>
            <a:r>
              <a:rPr lang="pt-BR" b="1" dirty="0"/>
              <a:t>("Comparação: " + </a:t>
            </a:r>
            <a:r>
              <a:rPr lang="pt-BR" b="1" dirty="0" err="1"/>
              <a:t>comparacao</a:t>
            </a:r>
            <a:r>
              <a:rPr lang="pt-BR" b="1" dirty="0"/>
              <a:t>);</a:t>
            </a:r>
            <a:endParaRPr lang="pt-BR" dirty="0"/>
          </a:p>
          <a:p>
            <a:r>
              <a:rPr lang="pt-BR" b="1" dirty="0"/>
              <a:t>    }</a:t>
            </a:r>
            <a:endParaRPr lang="pt-BR" dirty="0"/>
          </a:p>
          <a:p>
            <a:r>
              <a:rPr lang="pt-BR" b="1" dirty="0"/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7997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39756" y="1509644"/>
            <a:ext cx="9573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Revisão: variáveis → tipos de dados → operadores</a:t>
            </a:r>
            <a:endParaRPr lang="pt-BR" dirty="0"/>
          </a:p>
          <a:p>
            <a:pPr lvl="0"/>
            <a:r>
              <a:rPr lang="pt-BR" b="1" dirty="0"/>
              <a:t>Exercício sugerido: criar um programa que calcule o resto de uma divisão entre 2 número e verifique se o valor é menor </a:t>
            </a:r>
            <a:r>
              <a:rPr lang="pt-BR" b="1"/>
              <a:t>ou igual a 100</a:t>
            </a:r>
            <a:endParaRPr lang="pt-BR" b="1" dirty="0"/>
          </a:p>
          <a:p>
            <a:pPr lvl="0"/>
            <a:r>
              <a:rPr lang="pt-BR" b="1" dirty="0"/>
              <a:t>Próxima aula: Estruturas de Controle (</a:t>
            </a:r>
            <a:r>
              <a:rPr lang="pt-BR" b="1" dirty="0" err="1"/>
              <a:t>if</a:t>
            </a:r>
            <a:r>
              <a:rPr lang="pt-BR" b="1" dirty="0"/>
              <a:t>, switch, loops)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246</TotalTime>
  <Words>286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61</cp:revision>
  <dcterms:created xsi:type="dcterms:W3CDTF">2026-03-07T12:30:21Z</dcterms:created>
  <dcterms:modified xsi:type="dcterms:W3CDTF">2026-03-10T19:38:51Z</dcterms:modified>
</cp:coreProperties>
</file>