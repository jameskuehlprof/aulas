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6" r:id="rId5"/>
    <p:sldId id="267" r:id="rId6"/>
    <p:sldId id="264" r:id="rId7"/>
    <p:sldId id="265" r:id="rId8"/>
    <p:sldId id="268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401693" y="1816549"/>
            <a:ext cx="939123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/>
              <a:t>Estruturas de Controle em Java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IF e ELSE</a:t>
            </a:r>
            <a:endParaRPr lang="pt-BR" sz="2800" dirty="0"/>
          </a:p>
          <a:p>
            <a:pPr algn="ctr"/>
            <a:endParaRPr lang="pt-BR" sz="4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31393" y="1844744"/>
            <a:ext cx="104409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Entender o funcionamento das estruturas de decisão</a:t>
            </a: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Aplicar o uso de </a:t>
            </a:r>
            <a:r>
              <a:rPr lang="pt-BR" sz="2800" b="1" dirty="0" err="1"/>
              <a:t>if</a:t>
            </a:r>
            <a:r>
              <a:rPr lang="pt-BR" sz="2800" b="1" dirty="0"/>
              <a:t> e </a:t>
            </a:r>
            <a:r>
              <a:rPr lang="pt-BR" sz="2800" b="1" dirty="0" err="1"/>
              <a:t>else</a:t>
            </a: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Resolver problemas práticos com estruturas de controle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Estruturas de Controle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304370"/>
            <a:ext cx="95732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800" b="1" dirty="0"/>
              <a:t>Permitem tomar decisões no programa</a:t>
            </a:r>
            <a:endParaRPr lang="pt-BR" sz="2800" dirty="0"/>
          </a:p>
          <a:p>
            <a:pPr lvl="0"/>
            <a:r>
              <a:rPr lang="pt-BR" sz="2800" b="1" dirty="0"/>
              <a:t>Executam diferentes blocos de código dependendo de condições</a:t>
            </a:r>
            <a:endParaRPr lang="pt-BR" sz="2800" dirty="0"/>
          </a:p>
          <a:p>
            <a:pPr lvl="0"/>
            <a:endParaRPr lang="pt-BR" sz="2800" b="1" dirty="0"/>
          </a:p>
          <a:p>
            <a:pPr lvl="0"/>
            <a:r>
              <a:rPr lang="pt-BR" sz="2800" b="1" dirty="0"/>
              <a:t>Principais:</a:t>
            </a:r>
          </a:p>
          <a:p>
            <a:pPr lvl="0"/>
            <a:endParaRPr lang="pt-BR" sz="2800" dirty="0"/>
          </a:p>
          <a:p>
            <a:pPr lvl="1"/>
            <a:r>
              <a:rPr lang="pt-BR" sz="2800" b="1" dirty="0" err="1"/>
              <a:t>if</a:t>
            </a:r>
            <a:endParaRPr lang="pt-BR" sz="2800" dirty="0"/>
          </a:p>
          <a:p>
            <a:pPr lvl="1"/>
            <a:r>
              <a:rPr lang="pt-BR" sz="2800" b="1" dirty="0" err="1"/>
              <a:t>else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1333-D781-AADF-6541-6178EC85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4243CE7-426F-13A5-60A7-43701A5ABECE}"/>
              </a:ext>
            </a:extLst>
          </p:cNvPr>
          <p:cNvSpPr txBox="1"/>
          <p:nvPr/>
        </p:nvSpPr>
        <p:spPr>
          <a:xfrm>
            <a:off x="2437623" y="491804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Estrutura </a:t>
            </a:r>
            <a:r>
              <a:rPr lang="pt-BR" sz="4000" b="1" dirty="0" err="1"/>
              <a:t>if</a:t>
            </a:r>
            <a:endParaRPr lang="pt-BR" sz="4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A7DC31-0499-06E1-FEE3-F2551F3328A8}"/>
              </a:ext>
            </a:extLst>
          </p:cNvPr>
          <p:cNvSpPr txBox="1"/>
          <p:nvPr/>
        </p:nvSpPr>
        <p:spPr>
          <a:xfrm>
            <a:off x="699796" y="1304370"/>
            <a:ext cx="95732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if</a:t>
            </a:r>
            <a:r>
              <a:rPr lang="pt-BR" b="1" dirty="0"/>
              <a:t> (</a:t>
            </a:r>
            <a:r>
              <a:rPr lang="pt-BR" b="1" dirty="0" err="1"/>
              <a:t>condicao</a:t>
            </a:r>
            <a:r>
              <a:rPr lang="pt-BR" b="1" dirty="0"/>
              <a:t>) {</a:t>
            </a:r>
            <a:endParaRPr lang="pt-BR" dirty="0"/>
          </a:p>
          <a:p>
            <a:r>
              <a:rPr lang="pt-BR" b="1" dirty="0"/>
              <a:t>    // código executado se condição for verdadeira</a:t>
            </a:r>
            <a:endParaRPr lang="pt-BR" dirty="0"/>
          </a:p>
          <a:p>
            <a:r>
              <a:rPr lang="pt-BR" b="1" dirty="0"/>
              <a:t>}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EstruturaIF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idade = 18;</a:t>
            </a:r>
          </a:p>
          <a:p>
            <a:r>
              <a:rPr lang="pt-BR" dirty="0" err="1"/>
              <a:t>if</a:t>
            </a:r>
            <a:r>
              <a:rPr lang="pt-BR" dirty="0"/>
              <a:t> (idade &gt;= 18)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("Maior de idade");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6388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9111-000B-546A-8BD1-BD6AC156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68CFDF1-F653-5D1D-1888-BC4B91B1C412}"/>
              </a:ext>
            </a:extLst>
          </p:cNvPr>
          <p:cNvSpPr txBox="1"/>
          <p:nvPr/>
        </p:nvSpPr>
        <p:spPr>
          <a:xfrm>
            <a:off x="1896849" y="24599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Estrutura </a:t>
            </a:r>
            <a:r>
              <a:rPr lang="pt-BR" sz="3200" b="1" dirty="0" err="1"/>
              <a:t>if</a:t>
            </a:r>
            <a:r>
              <a:rPr lang="pt-BR" sz="3200" b="1" dirty="0"/>
              <a:t>...</a:t>
            </a:r>
            <a:r>
              <a:rPr lang="pt-BR" sz="3200" b="1" dirty="0" err="1"/>
              <a:t>else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E614CC-3087-B8A7-69CB-04A9045024C0}"/>
              </a:ext>
            </a:extLst>
          </p:cNvPr>
          <p:cNvSpPr txBox="1"/>
          <p:nvPr/>
        </p:nvSpPr>
        <p:spPr>
          <a:xfrm>
            <a:off x="699796" y="1304370"/>
            <a:ext cx="95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if</a:t>
            </a:r>
            <a:r>
              <a:rPr lang="pt-BR" b="1" dirty="0"/>
              <a:t> (</a:t>
            </a:r>
            <a:r>
              <a:rPr lang="pt-BR" b="1" dirty="0" err="1"/>
              <a:t>condicao</a:t>
            </a:r>
            <a:r>
              <a:rPr lang="pt-BR" b="1" dirty="0"/>
              <a:t>) {</a:t>
            </a:r>
            <a:endParaRPr lang="pt-BR" dirty="0"/>
          </a:p>
          <a:p>
            <a:r>
              <a:rPr lang="pt-BR" b="1" dirty="0"/>
              <a:t>    // código se verdadeiro</a:t>
            </a:r>
            <a:endParaRPr lang="pt-BR" dirty="0"/>
          </a:p>
          <a:p>
            <a:r>
              <a:rPr lang="pt-BR" b="1" dirty="0"/>
              <a:t>} </a:t>
            </a:r>
            <a:r>
              <a:rPr lang="pt-BR" b="1" dirty="0" err="1"/>
              <a:t>else</a:t>
            </a:r>
            <a:r>
              <a:rPr lang="pt-BR" b="1" dirty="0"/>
              <a:t> {</a:t>
            </a:r>
            <a:endParaRPr lang="pt-BR" dirty="0"/>
          </a:p>
          <a:p>
            <a:r>
              <a:rPr lang="pt-BR" b="1" dirty="0"/>
              <a:t>    // código se falso</a:t>
            </a:r>
            <a:endParaRPr lang="pt-BR" dirty="0"/>
          </a:p>
          <a:p>
            <a:r>
              <a:rPr lang="pt-BR" b="1" dirty="0"/>
              <a:t>}</a:t>
            </a:r>
            <a:endParaRPr lang="pt-BR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EstruturaIF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idade = 16;</a:t>
            </a:r>
          </a:p>
          <a:p>
            <a:r>
              <a:rPr lang="pt-BR" dirty="0" err="1"/>
              <a:t>if</a:t>
            </a:r>
            <a:r>
              <a:rPr lang="pt-BR" dirty="0"/>
              <a:t> (idade &gt;= 18)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("Maior de idade");</a:t>
            </a:r>
          </a:p>
          <a:p>
            <a:r>
              <a:rPr lang="pt-BR" dirty="0"/>
              <a:t>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("Menor de idade");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876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C452-1647-B5B2-03ED-CA1026C0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D303407-432C-5CE1-834F-D9AA14B4F644}"/>
              </a:ext>
            </a:extLst>
          </p:cNvPr>
          <p:cNvSpPr txBox="1"/>
          <p:nvPr/>
        </p:nvSpPr>
        <p:spPr>
          <a:xfrm>
            <a:off x="2644101" y="10834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Estrutura </a:t>
            </a:r>
            <a:r>
              <a:rPr lang="pt-BR" sz="2800" b="1" dirty="0" err="1"/>
              <a:t>if</a:t>
            </a:r>
            <a:r>
              <a:rPr lang="pt-BR" sz="2800" b="1" dirty="0"/>
              <a:t>...</a:t>
            </a:r>
            <a:r>
              <a:rPr lang="pt-BR" sz="2800" b="1" dirty="0" err="1"/>
              <a:t>else</a:t>
            </a:r>
            <a:r>
              <a:rPr lang="pt-BR" sz="2800" b="1" dirty="0"/>
              <a:t> </a:t>
            </a:r>
            <a:r>
              <a:rPr lang="pt-BR" sz="2800" b="1" dirty="0" err="1"/>
              <a:t>if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179197-29F7-8359-9AC2-BFD3F69908C8}"/>
              </a:ext>
            </a:extLst>
          </p:cNvPr>
          <p:cNvSpPr txBox="1"/>
          <p:nvPr/>
        </p:nvSpPr>
        <p:spPr>
          <a:xfrm>
            <a:off x="1024261" y="671691"/>
            <a:ext cx="95732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/>
              <a:t>if</a:t>
            </a:r>
            <a:r>
              <a:rPr lang="pt-BR" sz="2000" b="1" dirty="0"/>
              <a:t> (condicao1) {</a:t>
            </a:r>
            <a:endParaRPr lang="pt-BR" sz="2000" dirty="0"/>
          </a:p>
          <a:p>
            <a:r>
              <a:rPr lang="pt-BR" sz="2000" b="1" dirty="0"/>
              <a:t>    // bloco 1</a:t>
            </a:r>
            <a:endParaRPr lang="pt-BR" sz="2000" dirty="0"/>
          </a:p>
          <a:p>
            <a:r>
              <a:rPr lang="pt-BR" sz="2000" b="1" dirty="0"/>
              <a:t>} </a:t>
            </a:r>
            <a:r>
              <a:rPr lang="pt-BR" sz="2000" b="1" dirty="0" err="1"/>
              <a:t>else</a:t>
            </a:r>
            <a:r>
              <a:rPr lang="pt-BR" sz="2000" b="1" dirty="0"/>
              <a:t> </a:t>
            </a:r>
            <a:r>
              <a:rPr lang="pt-BR" sz="2000" b="1" dirty="0" err="1"/>
              <a:t>if</a:t>
            </a:r>
            <a:r>
              <a:rPr lang="pt-BR" sz="2000" b="1" dirty="0"/>
              <a:t> (condicao2) {</a:t>
            </a:r>
            <a:endParaRPr lang="pt-BR" sz="2000" dirty="0"/>
          </a:p>
          <a:p>
            <a:r>
              <a:rPr lang="pt-BR" sz="2000" b="1" dirty="0"/>
              <a:t>    // bloco 2</a:t>
            </a:r>
            <a:endParaRPr lang="pt-BR" sz="2000" dirty="0"/>
          </a:p>
          <a:p>
            <a:r>
              <a:rPr lang="pt-BR" sz="2000" b="1" dirty="0"/>
              <a:t>} </a:t>
            </a:r>
            <a:r>
              <a:rPr lang="pt-BR" sz="2000" b="1" dirty="0" err="1"/>
              <a:t>else</a:t>
            </a:r>
            <a:r>
              <a:rPr lang="pt-BR" sz="2000" b="1" dirty="0"/>
              <a:t> {</a:t>
            </a:r>
            <a:endParaRPr lang="pt-BR" sz="2000" dirty="0"/>
          </a:p>
          <a:p>
            <a:r>
              <a:rPr lang="pt-BR" sz="2000" b="1" dirty="0"/>
              <a:t>    // bloco padrão</a:t>
            </a:r>
            <a:endParaRPr lang="pt-BR" sz="2000" dirty="0"/>
          </a:p>
          <a:p>
            <a:r>
              <a:rPr lang="pt-BR" sz="2000" b="1" dirty="0"/>
              <a:t>}</a:t>
            </a:r>
            <a:endParaRPr lang="pt-BR" sz="2000" dirty="0"/>
          </a:p>
          <a:p>
            <a:endParaRPr lang="pt-BR" sz="2000" b="1" dirty="0"/>
          </a:p>
          <a:p>
            <a:r>
              <a:rPr lang="pt-BR" sz="2000" b="1" dirty="0"/>
              <a:t>Exemplo:</a:t>
            </a:r>
            <a:endParaRPr lang="pt-BR" sz="2000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Volume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volume = 85;</a:t>
            </a:r>
          </a:p>
          <a:p>
            <a:r>
              <a:rPr lang="pt-BR" dirty="0" err="1"/>
              <a:t>if</a:t>
            </a:r>
            <a:r>
              <a:rPr lang="pt-BR" dirty="0"/>
              <a:t> (volume &gt;= 90)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("Excelente");</a:t>
            </a:r>
          </a:p>
          <a:p>
            <a:r>
              <a:rPr lang="pt-BR" dirty="0"/>
              <a:t>}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(volume &gt;= 70)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("Bom");</a:t>
            </a:r>
          </a:p>
          <a:p>
            <a:r>
              <a:rPr lang="pt-BR" dirty="0"/>
              <a:t>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System.out.println</a:t>
            </a:r>
            <a:r>
              <a:rPr lang="pt-BR" dirty="0"/>
              <a:t>("Precisa melhorar");</a:t>
            </a:r>
          </a:p>
          <a:p>
            <a:r>
              <a:rPr lang="pt-BR" dirty="0"/>
              <a:t>}}}</a:t>
            </a:r>
          </a:p>
        </p:txBody>
      </p:sp>
    </p:spTree>
    <p:extLst>
      <p:ext uri="{BB962C8B-B14F-4D97-AF65-F5344CB8AC3E}">
        <p14:creationId xmlns:p14="http://schemas.microsoft.com/office/powerpoint/2010/main" val="25041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01D6-1556-E93B-6798-992D2FA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A15-4DE5-77DC-3BE2-6ECED62FE752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Completo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8621B-D87C-DE65-6C77-FEEDBF2EAC08}"/>
              </a:ext>
            </a:extLst>
          </p:cNvPr>
          <p:cNvSpPr txBox="1"/>
          <p:nvPr/>
        </p:nvSpPr>
        <p:spPr>
          <a:xfrm>
            <a:off x="1203649" y="1035858"/>
            <a:ext cx="81083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public</a:t>
            </a:r>
            <a:r>
              <a:rPr lang="pt-BR" sz="2800" dirty="0"/>
              <a:t> </a:t>
            </a:r>
            <a:r>
              <a:rPr lang="pt-BR" sz="2800" dirty="0" err="1"/>
              <a:t>class</a:t>
            </a:r>
            <a:r>
              <a:rPr lang="pt-BR" sz="2800" dirty="0"/>
              <a:t> Controle {</a:t>
            </a:r>
          </a:p>
          <a:p>
            <a:r>
              <a:rPr lang="pt-BR" sz="2800" dirty="0"/>
              <a:t>    </a:t>
            </a:r>
            <a:r>
              <a:rPr lang="pt-BR" sz="2800" dirty="0" err="1"/>
              <a:t>public</a:t>
            </a:r>
            <a:r>
              <a:rPr lang="pt-BR" sz="2800" dirty="0"/>
              <a:t> </a:t>
            </a:r>
            <a:r>
              <a:rPr lang="pt-BR" sz="2800" dirty="0" err="1"/>
              <a:t>static</a:t>
            </a:r>
            <a:r>
              <a:rPr lang="pt-BR" sz="2800" dirty="0"/>
              <a:t> </a:t>
            </a:r>
            <a:r>
              <a:rPr lang="pt-BR" sz="2800" dirty="0" err="1"/>
              <a:t>void</a:t>
            </a:r>
            <a:r>
              <a:rPr lang="pt-BR" sz="2800" dirty="0"/>
              <a:t> </a:t>
            </a:r>
            <a:r>
              <a:rPr lang="pt-BR" sz="2800" dirty="0" err="1"/>
              <a:t>main</a:t>
            </a:r>
            <a:r>
              <a:rPr lang="pt-BR" sz="2800" dirty="0"/>
              <a:t>(</a:t>
            </a:r>
            <a:r>
              <a:rPr lang="pt-BR" sz="2800" dirty="0" err="1"/>
              <a:t>String</a:t>
            </a:r>
            <a:r>
              <a:rPr lang="pt-BR" sz="2800" dirty="0"/>
              <a:t>[] </a:t>
            </a:r>
            <a:r>
              <a:rPr lang="pt-BR" sz="2800" dirty="0" err="1"/>
              <a:t>args</a:t>
            </a:r>
            <a:r>
              <a:rPr lang="pt-BR" sz="2800" dirty="0"/>
              <a:t>) {</a:t>
            </a:r>
          </a:p>
          <a:p>
            <a:r>
              <a:rPr lang="pt-BR" sz="2800" dirty="0"/>
              <a:t>        </a:t>
            </a:r>
            <a:r>
              <a:rPr lang="pt-BR" sz="2800" dirty="0" err="1"/>
              <a:t>int</a:t>
            </a:r>
            <a:r>
              <a:rPr lang="pt-BR" sz="2800" dirty="0"/>
              <a:t> </a:t>
            </a:r>
            <a:r>
              <a:rPr lang="pt-BR" sz="2800" dirty="0" err="1"/>
              <a:t>opcao</a:t>
            </a:r>
            <a:r>
              <a:rPr lang="pt-BR" sz="2800" dirty="0"/>
              <a:t> = 2;</a:t>
            </a:r>
          </a:p>
          <a:p>
            <a:r>
              <a:rPr lang="pt-BR" sz="2800" dirty="0"/>
              <a:t>        </a:t>
            </a:r>
            <a:r>
              <a:rPr lang="pt-BR" sz="2800" dirty="0" err="1"/>
              <a:t>if</a:t>
            </a:r>
            <a:r>
              <a:rPr lang="pt-BR" sz="2800" dirty="0"/>
              <a:t> (</a:t>
            </a:r>
            <a:r>
              <a:rPr lang="pt-BR" sz="2800" dirty="0" err="1"/>
              <a:t>opcao</a:t>
            </a:r>
            <a:r>
              <a:rPr lang="pt-BR" sz="2800" dirty="0"/>
              <a:t> == 1) {</a:t>
            </a:r>
          </a:p>
          <a:p>
            <a:r>
              <a:rPr lang="pt-BR" sz="2800" dirty="0"/>
              <a:t>            </a:t>
            </a:r>
            <a:r>
              <a:rPr lang="pt-BR" sz="2800" dirty="0" err="1"/>
              <a:t>System.out.println</a:t>
            </a:r>
            <a:r>
              <a:rPr lang="pt-BR" sz="2800" dirty="0"/>
              <a:t>("Opção 1 escolhida");</a:t>
            </a:r>
          </a:p>
          <a:p>
            <a:r>
              <a:rPr lang="pt-BR" sz="2800" dirty="0"/>
              <a:t>        } </a:t>
            </a:r>
            <a:r>
              <a:rPr lang="pt-BR" sz="2800" dirty="0" err="1"/>
              <a:t>else</a:t>
            </a:r>
            <a:r>
              <a:rPr lang="pt-BR" sz="2800" dirty="0"/>
              <a:t> </a:t>
            </a:r>
            <a:r>
              <a:rPr lang="pt-BR" sz="2800" dirty="0" err="1"/>
              <a:t>if</a:t>
            </a:r>
            <a:r>
              <a:rPr lang="pt-BR" sz="2800" dirty="0"/>
              <a:t> (</a:t>
            </a:r>
            <a:r>
              <a:rPr lang="pt-BR" sz="2800" dirty="0" err="1"/>
              <a:t>opcao</a:t>
            </a:r>
            <a:r>
              <a:rPr lang="pt-BR" sz="2800" dirty="0"/>
              <a:t> == 2) {</a:t>
            </a:r>
          </a:p>
          <a:p>
            <a:r>
              <a:rPr lang="pt-BR" sz="2800" dirty="0"/>
              <a:t>            </a:t>
            </a:r>
            <a:r>
              <a:rPr lang="pt-BR" sz="2800" dirty="0" err="1"/>
              <a:t>System.out.println</a:t>
            </a:r>
            <a:r>
              <a:rPr lang="pt-BR" sz="2800" dirty="0"/>
              <a:t>("Opção 2 escolhida");</a:t>
            </a:r>
          </a:p>
          <a:p>
            <a:r>
              <a:rPr lang="pt-BR" sz="2800" dirty="0"/>
              <a:t>        } </a:t>
            </a:r>
            <a:r>
              <a:rPr lang="pt-BR" sz="2800" dirty="0" err="1"/>
              <a:t>else</a:t>
            </a:r>
            <a:r>
              <a:rPr lang="pt-BR" sz="2800" dirty="0"/>
              <a:t> {</a:t>
            </a:r>
          </a:p>
          <a:p>
            <a:r>
              <a:rPr lang="pt-BR" sz="2800" dirty="0"/>
              <a:t>            </a:t>
            </a:r>
            <a:r>
              <a:rPr lang="pt-BR" sz="2800" dirty="0" err="1"/>
              <a:t>System.out.println</a:t>
            </a:r>
            <a:r>
              <a:rPr lang="pt-BR" sz="2800" dirty="0"/>
              <a:t>("Opção inválida");</a:t>
            </a:r>
          </a:p>
          <a:p>
            <a:r>
              <a:rPr lang="pt-BR" sz="2800" dirty="0"/>
              <a:t>        }</a:t>
            </a:r>
          </a:p>
          <a:p>
            <a:r>
              <a:rPr lang="pt-BR" sz="28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74799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52F9-707C-E095-2B16-86CE84AC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9B61316-418C-DDA5-1FA4-BBD48F66E91E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</a:t>
            </a:r>
            <a:endParaRPr lang="pt-BR" sz="7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FF3A9C-FAA4-076B-4589-62691E817247}"/>
              </a:ext>
            </a:extLst>
          </p:cNvPr>
          <p:cNvSpPr txBox="1"/>
          <p:nvPr/>
        </p:nvSpPr>
        <p:spPr>
          <a:xfrm>
            <a:off x="780762" y="1155683"/>
            <a:ext cx="95732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1)</a:t>
            </a:r>
            <a:r>
              <a:rPr lang="pt-BR" dirty="0"/>
              <a:t>Criar classe </a:t>
            </a:r>
            <a:r>
              <a:rPr lang="pt-BR" b="1" dirty="0"/>
              <a:t>Velocidade</a:t>
            </a:r>
            <a:r>
              <a:rPr lang="pt-BR" dirty="0"/>
              <a:t> para calcular a velocidade média de 3 automóveis que possuem como velocidades de entrada 85, 110 e 115 km/h. Caso a velocidade média for superior a 100km/h deverá exibir a mensagem: “Velocidade acima da permitida”, caso contrário, “Velocidade está no limite”. OBS: Salvar com o nome </a:t>
            </a:r>
            <a:r>
              <a:rPr lang="pt-BR" b="1" dirty="0"/>
              <a:t>Velocidade.java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2)</a:t>
            </a:r>
            <a:r>
              <a:rPr lang="pt-BR" dirty="0"/>
              <a:t>Criar classe </a:t>
            </a:r>
            <a:r>
              <a:rPr lang="pt-BR" b="1" dirty="0"/>
              <a:t>Idade</a:t>
            </a:r>
            <a:r>
              <a:rPr lang="pt-BR" dirty="0"/>
              <a:t> que solicite ao usuário a idade e classifique a pessoa de acordo com a idade informada: </a:t>
            </a:r>
          </a:p>
          <a:p>
            <a:pPr lvl="1"/>
            <a:r>
              <a:rPr lang="pt-BR" b="1" dirty="0"/>
              <a:t>Menor que 12 anos</a:t>
            </a:r>
            <a:r>
              <a:rPr lang="pt-BR" dirty="0"/>
              <a:t> → "Criança" </a:t>
            </a:r>
          </a:p>
          <a:p>
            <a:pPr lvl="1"/>
            <a:r>
              <a:rPr lang="pt-BR" b="1" dirty="0"/>
              <a:t>Entre 12 e 17 anos</a:t>
            </a:r>
            <a:r>
              <a:rPr lang="pt-BR" dirty="0"/>
              <a:t> → "Adolescente" </a:t>
            </a:r>
          </a:p>
          <a:p>
            <a:pPr lvl="1"/>
            <a:r>
              <a:rPr lang="pt-BR" b="1" dirty="0"/>
              <a:t>Entre 18 e 59 anos</a:t>
            </a:r>
            <a:r>
              <a:rPr lang="pt-BR" dirty="0"/>
              <a:t> → "Adulto" </a:t>
            </a:r>
          </a:p>
          <a:p>
            <a:pPr lvl="1"/>
            <a:r>
              <a:rPr lang="pt-BR" b="1" dirty="0"/>
              <a:t>60 anos ou mais</a:t>
            </a:r>
            <a:r>
              <a:rPr lang="pt-BR" dirty="0"/>
              <a:t> → "Idoso" </a:t>
            </a:r>
          </a:p>
          <a:p>
            <a:r>
              <a:rPr lang="pt-BR" dirty="0"/>
              <a:t>Caso a idade seja negativa, exibir: "Idade inválida".</a:t>
            </a:r>
          </a:p>
          <a:p>
            <a:r>
              <a:rPr lang="pt-BR" dirty="0"/>
              <a:t>OBS: Salvar com o nome </a:t>
            </a:r>
            <a:r>
              <a:rPr lang="pt-BR" b="1" dirty="0"/>
              <a:t>Idade.java</a:t>
            </a:r>
          </a:p>
        </p:txBody>
      </p:sp>
    </p:spTree>
    <p:extLst>
      <p:ext uri="{BB962C8B-B14F-4D97-AF65-F5344CB8AC3E}">
        <p14:creationId xmlns:p14="http://schemas.microsoft.com/office/powerpoint/2010/main" val="182491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780762" y="1155683"/>
            <a:ext cx="95732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3200" b="1" dirty="0"/>
              <a:t>Revisão: Estruturas de Controle: </a:t>
            </a:r>
            <a:r>
              <a:rPr lang="pt-BR" sz="3200" b="1" dirty="0" err="1"/>
              <a:t>if</a:t>
            </a:r>
            <a:r>
              <a:rPr lang="pt-BR" sz="3200" b="1" dirty="0"/>
              <a:t>, </a:t>
            </a:r>
            <a:r>
              <a:rPr lang="pt-BR" sz="3200" b="1" dirty="0" err="1"/>
              <a:t>else</a:t>
            </a:r>
            <a:endParaRPr lang="pt-BR" sz="3200" b="1" dirty="0"/>
          </a:p>
          <a:p>
            <a:pPr lvl="0"/>
            <a:endParaRPr lang="pt-BR" sz="3200" dirty="0"/>
          </a:p>
          <a:p>
            <a:pPr lvl="0"/>
            <a:r>
              <a:rPr lang="pt-BR" sz="3200" b="1" dirty="0"/>
              <a:t>Próxima aula: </a:t>
            </a:r>
          </a:p>
          <a:p>
            <a:pPr lvl="0"/>
            <a:r>
              <a:rPr lang="pt-BR" sz="3200" b="1" dirty="0"/>
              <a:t>switch e revisão das estrutura </a:t>
            </a:r>
            <a:r>
              <a:rPr lang="pt-BR" sz="3200" b="1" dirty="0" err="1"/>
              <a:t>if</a:t>
            </a:r>
            <a:r>
              <a:rPr lang="pt-BR" sz="3200" b="1" dirty="0"/>
              <a:t> e </a:t>
            </a:r>
            <a:r>
              <a:rPr lang="pt-BR" sz="3200" b="1" dirty="0" err="1"/>
              <a:t>else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460</TotalTime>
  <Words>541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95</cp:revision>
  <dcterms:created xsi:type="dcterms:W3CDTF">2026-03-07T12:30:21Z</dcterms:created>
  <dcterms:modified xsi:type="dcterms:W3CDTF">2026-04-13T18:44:20Z</dcterms:modified>
</cp:coreProperties>
</file>