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560064" y="1311050"/>
            <a:ext cx="94196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Estruturas de Repetição em Java</a:t>
            </a:r>
          </a:p>
          <a:p>
            <a:pPr algn="ctr"/>
            <a:r>
              <a:rPr lang="pt-BR" sz="4800" dirty="0"/>
              <a:t>(FOR) 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388561" y="321645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875522" y="1687022"/>
            <a:ext cx="89567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Compreender o conceito de laços de repetição.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Diferenciar os tipos de estruturas de repetição em Java.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Aplicar o laço FOR em exemplos práticos.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Desenvolver lógica de programação utilizando repetições.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1127010" y="462308"/>
            <a:ext cx="866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 às Estruturas de Repetição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563361" y="1451853"/>
            <a:ext cx="9573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200" b="1" dirty="0"/>
              <a:t>Permitem executar um bloco de código várias vezes e evitam repetição manual de instruções.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2286046" y="9497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Estrutura </a:t>
            </a:r>
            <a:r>
              <a:rPr lang="pt-BR" sz="3600" b="1" dirty="0"/>
              <a:t>FOR</a:t>
            </a:r>
            <a:endParaRPr lang="pt-BR" sz="6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621359" y="576719"/>
            <a:ext cx="942692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Sintaxe</a:t>
            </a:r>
            <a:r>
              <a:rPr lang="pt-BR" sz="2400" dirty="0"/>
              <a:t>: </a:t>
            </a:r>
          </a:p>
          <a:p>
            <a:r>
              <a:rPr lang="pt-BR" sz="2400" dirty="0"/>
              <a:t>for (inicialização; condição; atualização) {</a:t>
            </a:r>
          </a:p>
          <a:p>
            <a:r>
              <a:rPr lang="pt-BR" sz="2400" dirty="0"/>
              <a:t>    // bloco de código</a:t>
            </a:r>
          </a:p>
          <a:p>
            <a:r>
              <a:rPr lang="pt-BR" sz="2400" dirty="0"/>
              <a:t>}</a:t>
            </a:r>
          </a:p>
          <a:p>
            <a:endParaRPr lang="pt-BR" sz="2400" dirty="0"/>
          </a:p>
          <a:p>
            <a:r>
              <a:rPr lang="pt-BR" sz="2400" b="1" dirty="0"/>
              <a:t>Exemplo</a:t>
            </a:r>
            <a:r>
              <a:rPr lang="pt-BR" sz="2400" dirty="0"/>
              <a:t>: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testeFor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</a:t>
            </a:r>
            <a:r>
              <a:rPr lang="pt-BR" dirty="0" err="1"/>
              <a:t>int</a:t>
            </a:r>
            <a:r>
              <a:rPr lang="pt-BR" dirty="0"/>
              <a:t> soma = 0;</a:t>
            </a:r>
          </a:p>
          <a:p>
            <a:r>
              <a:rPr lang="pt-BR" dirty="0"/>
              <a:t>        for (</a:t>
            </a:r>
            <a:r>
              <a:rPr lang="pt-BR" dirty="0" err="1"/>
              <a:t>int</a:t>
            </a:r>
            <a:r>
              <a:rPr lang="pt-BR" dirty="0"/>
              <a:t> i = 1; i &lt;= 5; i++) {</a:t>
            </a:r>
          </a:p>
          <a:p>
            <a:r>
              <a:rPr lang="pt-BR" dirty="0"/>
              <a:t>            soma += i;</a:t>
            </a:r>
          </a:p>
          <a:p>
            <a:r>
              <a:rPr lang="pt-BR" dirty="0"/>
              <a:t>            </a:t>
            </a:r>
            <a:r>
              <a:rPr lang="pt-BR" dirty="0" err="1"/>
              <a:t>System.out.println</a:t>
            </a:r>
            <a:r>
              <a:rPr lang="pt-BR" dirty="0"/>
              <a:t>("Número: " + i);</a:t>
            </a:r>
          </a:p>
          <a:p>
            <a:r>
              <a:rPr lang="pt-BR" dirty="0"/>
              <a:t>        }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("Soma: " + soma);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  <a:p>
            <a:r>
              <a:rPr lang="pt-BR" sz="2400" b="1" dirty="0"/>
              <a:t>Características</a:t>
            </a:r>
            <a:r>
              <a:rPr lang="pt-BR" sz="2400" dirty="0"/>
              <a:t>:</a:t>
            </a:r>
          </a:p>
          <a:p>
            <a:r>
              <a:rPr lang="pt-BR" sz="2400" dirty="0"/>
              <a:t>Usado quando sabemos previamente o número de repetições.</a:t>
            </a:r>
          </a:p>
          <a:p>
            <a:r>
              <a:rPr lang="pt-BR" sz="2400" dirty="0"/>
              <a:t>Possui controle integrado (inicialização, condição e incremento).</a:t>
            </a:r>
          </a:p>
        </p:txBody>
      </p:sp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1228-50B9-FF72-5BBD-A017D1C62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lides Java estruturas de repetição">
            <a:extLst>
              <a:ext uri="{FF2B5EF4-FFF2-40B4-BE49-F238E27FC236}">
                <a16:creationId xmlns:a16="http://schemas.microsoft.com/office/drawing/2014/main" id="{EB0F4338-CF27-19D5-0F0E-030CE773EE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04" t="4772" r="3256" b="54224"/>
          <a:stretch>
            <a:fillRect/>
          </a:stretch>
        </p:blipFill>
        <p:spPr bwMode="auto">
          <a:xfrm>
            <a:off x="1096297" y="119627"/>
            <a:ext cx="9999406" cy="602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85E593E-2451-8458-80D0-AD4D823E082B}"/>
              </a:ext>
            </a:extLst>
          </p:cNvPr>
          <p:cNvSpPr txBox="1"/>
          <p:nvPr/>
        </p:nvSpPr>
        <p:spPr>
          <a:xfrm>
            <a:off x="4424516" y="478728"/>
            <a:ext cx="6341993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pt-BR" sz="2400" dirty="0"/>
              <a:t>Aplicar FOR no exercício anterior do RESORT</a:t>
            </a:r>
          </a:p>
        </p:txBody>
      </p:sp>
    </p:spTree>
    <p:extLst>
      <p:ext uri="{BB962C8B-B14F-4D97-AF65-F5344CB8AC3E}">
        <p14:creationId xmlns:p14="http://schemas.microsoft.com/office/powerpoint/2010/main" val="363182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988B7-628D-EE15-A2BF-1328F80B1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EBBAD33-BC17-DF1E-C58F-AB7987FCC4A4}"/>
              </a:ext>
            </a:extLst>
          </p:cNvPr>
          <p:cNvSpPr txBox="1"/>
          <p:nvPr/>
        </p:nvSpPr>
        <p:spPr>
          <a:xfrm>
            <a:off x="679444" y="1081824"/>
            <a:ext cx="993795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arenR"/>
            </a:pPr>
            <a:r>
              <a:rPr lang="pt-BR" sz="2000" dirty="0"/>
              <a:t>Criar classe Java com o nome de numeros.java para:</a:t>
            </a:r>
          </a:p>
          <a:p>
            <a:r>
              <a:rPr lang="pt-BR" sz="2000" dirty="0"/>
              <a:t>1.1 - Listar os números pares de 1 a 10</a:t>
            </a:r>
          </a:p>
          <a:p>
            <a:r>
              <a:rPr lang="pt-BR" sz="2000" dirty="0"/>
              <a:t>1.2 - Listas números ímpares </a:t>
            </a:r>
          </a:p>
          <a:p>
            <a:r>
              <a:rPr lang="pt-BR" sz="2000" dirty="0"/>
              <a:t>1.3 - Somar os números de 1 a 10 e exibir o total.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sz="2800" dirty="0"/>
          </a:p>
          <a:p>
            <a:pPr lvl="0"/>
            <a:r>
              <a:rPr lang="pt-BR" sz="2000" dirty="0"/>
              <a:t>2)Criar classe Java com o nome tabuada.java que peça ao usuário um número e imprima a tabuada(até a multiplicação de 10) desse número usando o FOR.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1AA60A-C7FA-0328-5C18-78AC8E84E932}"/>
              </a:ext>
            </a:extLst>
          </p:cNvPr>
          <p:cNvSpPr txBox="1"/>
          <p:nvPr/>
        </p:nvSpPr>
        <p:spPr>
          <a:xfrm>
            <a:off x="1745271" y="262121"/>
            <a:ext cx="60975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/>
              <a:t>Exercícios - FOR</a:t>
            </a:r>
            <a:endParaRPr lang="pt-BR" sz="7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A00A8B-8FEA-2E30-9F5C-58DCF3D0E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835" y="4385887"/>
            <a:ext cx="4480948" cy="22099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5508597-DE01-4D4D-8644-687766EF1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772" y="186242"/>
            <a:ext cx="2215591" cy="164634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E39AC41-FC48-E4E7-BA8A-F9B3BDD16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213" y="186242"/>
            <a:ext cx="2503188" cy="144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29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811475" y="1500217"/>
            <a:ext cx="88321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Revisar os conceitos de repetição.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Destacar a importância da escolha correta da estrutura.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Próxima estrutura de repetição: </a:t>
            </a:r>
            <a:r>
              <a:rPr lang="pt-BR" b="1" dirty="0" err="1"/>
              <a:t>While</a:t>
            </a: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388</TotalTime>
  <Words>283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108</cp:revision>
  <dcterms:created xsi:type="dcterms:W3CDTF">2026-03-07T12:30:21Z</dcterms:created>
  <dcterms:modified xsi:type="dcterms:W3CDTF">2026-04-17T18:43:59Z</dcterms:modified>
</cp:coreProperties>
</file>