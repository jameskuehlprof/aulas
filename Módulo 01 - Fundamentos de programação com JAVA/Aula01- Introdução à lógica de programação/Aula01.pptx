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0D897C0-548A-9D32-2363-CE524F0C3C82}"/>
              </a:ext>
            </a:extLst>
          </p:cNvPr>
          <p:cNvSpPr txBox="1"/>
          <p:nvPr/>
        </p:nvSpPr>
        <p:spPr>
          <a:xfrm>
            <a:off x="1557710" y="3081058"/>
            <a:ext cx="7763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i="1" dirty="0"/>
              <a:t>Algoritmos: conceitos básicos e representações</a:t>
            </a:r>
            <a:endParaRPr lang="pt-BR" sz="24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599354" y="613101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 à Lógica de Programação em Java</a:t>
            </a:r>
          </a:p>
          <a:p>
            <a:pPr algn="ctr"/>
            <a:r>
              <a:rPr lang="pt-BR" sz="3600" b="1" dirty="0"/>
              <a:t>Prof. James Kuehl</a:t>
            </a:r>
            <a:r>
              <a:rPr lang="pt-BR" sz="3600" dirty="0"/>
              <a:t>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Entender o conceito de algoritmo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Conhecer formas de representação: descrição narrativa e fluxograma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Relacionar algoritmos com a programação em Java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37623" y="49180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 que é um Algoritmo?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481652"/>
            <a:ext cx="957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Sequência de passos ordenados para resolver um problema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Exemplos do cotidiano: receita de bolo, instruções de montagem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Base lógica da programação</a:t>
            </a:r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15A34-326A-2696-91C5-21F4E7B6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F602A4F-5958-DB2E-3A1E-D274C39A1A1E}"/>
              </a:ext>
            </a:extLst>
          </p:cNvPr>
          <p:cNvSpPr txBox="1"/>
          <p:nvPr/>
        </p:nvSpPr>
        <p:spPr>
          <a:xfrm>
            <a:off x="3193402" y="594440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Representação Narrativa (Pseudocódigo)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62679C-8730-F7DE-2246-1CC5A1AE72E0}"/>
              </a:ext>
            </a:extLst>
          </p:cNvPr>
          <p:cNvSpPr txBox="1"/>
          <p:nvPr/>
        </p:nvSpPr>
        <p:spPr>
          <a:xfrm>
            <a:off x="569168" y="2153456"/>
            <a:ext cx="957320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Linguagem simples e estruturada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Independente da sintaxe de uma linguagem</a:t>
            </a:r>
          </a:p>
          <a:p>
            <a:endParaRPr lang="pt-BR" sz="2400" b="1" dirty="0"/>
          </a:p>
          <a:p>
            <a:r>
              <a:rPr lang="pt-BR" sz="2400" b="1" dirty="0"/>
              <a:t>Exemplo: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Algoritmo: Multiplicar dois números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Passo 1: Ler número 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Passo 2: Ler número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Passo 3: Calcular soma = A * 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Passo 4: Mostrar resultado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Fim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951794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31FF2-A8CB-412F-F065-257C3AB6F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EB046037-6290-6D1E-48FC-DC339D0A1B73}"/>
              </a:ext>
            </a:extLst>
          </p:cNvPr>
          <p:cNvSpPr txBox="1"/>
          <p:nvPr/>
        </p:nvSpPr>
        <p:spPr>
          <a:xfrm>
            <a:off x="3193402" y="594440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Representação Gráfica (Fluxograma)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6379C-3635-6CCF-DAA8-C7EC3240D4BC}"/>
              </a:ext>
            </a:extLst>
          </p:cNvPr>
          <p:cNvSpPr txBox="1"/>
          <p:nvPr/>
        </p:nvSpPr>
        <p:spPr>
          <a:xfrm>
            <a:off x="569167" y="2153456"/>
            <a:ext cx="112900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Símbolos principais</a:t>
            </a:r>
            <a:r>
              <a:rPr lang="pt-BR" sz="2400" dirty="0"/>
              <a:t>:</a:t>
            </a:r>
          </a:p>
          <a:p>
            <a:endParaRPr lang="pt-BR" sz="2400" dirty="0"/>
          </a:p>
          <a:p>
            <a:r>
              <a:rPr lang="pt-BR" sz="2400" dirty="0"/>
              <a:t>Oval → início/fim</a:t>
            </a:r>
          </a:p>
          <a:p>
            <a:r>
              <a:rPr lang="pt-BR" sz="2400" dirty="0"/>
              <a:t>Retângulo → processo</a:t>
            </a:r>
          </a:p>
          <a:p>
            <a:r>
              <a:rPr lang="pt-BR" sz="2400" dirty="0"/>
              <a:t>Losango → decisão</a:t>
            </a:r>
          </a:p>
          <a:p>
            <a:r>
              <a:rPr lang="pt-BR" sz="2400" dirty="0"/>
              <a:t>Setas → fluxo</a:t>
            </a:r>
          </a:p>
          <a:p>
            <a:r>
              <a:rPr lang="pt-BR" sz="2400" dirty="0"/>
              <a:t>Exemplo</a:t>
            </a:r>
            <a:r>
              <a:rPr lang="pt-BR" sz="2400"/>
              <a:t>: Multiplicar </a:t>
            </a:r>
            <a:r>
              <a:rPr lang="pt-BR" sz="2400" dirty="0"/>
              <a:t>dois números</a:t>
            </a:r>
          </a:p>
          <a:p>
            <a:endParaRPr lang="pt-BR" sz="2400" dirty="0"/>
          </a:p>
          <a:p>
            <a:r>
              <a:rPr lang="pt-BR" sz="2400" dirty="0"/>
              <a:t>[Início] → [Ler A] → [Ler B] → [Multiplicar A*B] → [Mostrar resultado] → [Fim]</a:t>
            </a:r>
          </a:p>
        </p:txBody>
      </p:sp>
      <p:pic>
        <p:nvPicPr>
          <p:cNvPr id="5" name="Imagem 4" descr="Full view">
            <a:extLst>
              <a:ext uri="{FF2B5EF4-FFF2-40B4-BE49-F238E27FC236}">
                <a16:creationId xmlns:a16="http://schemas.microsoft.com/office/drawing/2014/main" id="{47F9A30C-16D4-BBD8-0924-CA8BD3692B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3" b="11853"/>
          <a:stretch>
            <a:fillRect/>
          </a:stretch>
        </p:blipFill>
        <p:spPr bwMode="auto">
          <a:xfrm>
            <a:off x="8854388" y="594440"/>
            <a:ext cx="3004820" cy="375249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4103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3193402" y="594440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Do Algoritmo ao Código Java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569168" y="2153456"/>
            <a:ext cx="95732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java.util.Scanner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Multiplicador {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        Scanner entrada = new Scanner(System.in);</a:t>
            </a:r>
          </a:p>
          <a:p>
            <a:endParaRPr lang="pt-BR" dirty="0"/>
          </a:p>
          <a:p>
            <a:r>
              <a:rPr lang="pt-BR" dirty="0"/>
              <a:t>        </a:t>
            </a:r>
            <a:r>
              <a:rPr lang="pt-BR" dirty="0" err="1"/>
              <a:t>System.out.print</a:t>
            </a:r>
            <a:r>
              <a:rPr lang="pt-BR" dirty="0"/>
              <a:t>("Digite o primeiro número: ");</a:t>
            </a:r>
          </a:p>
          <a:p>
            <a:r>
              <a:rPr lang="pt-BR" dirty="0"/>
              <a:t>        </a:t>
            </a:r>
            <a:r>
              <a:rPr lang="pt-BR" dirty="0" err="1"/>
              <a:t>int</a:t>
            </a:r>
            <a:r>
              <a:rPr lang="pt-BR" dirty="0"/>
              <a:t> a = </a:t>
            </a:r>
            <a:r>
              <a:rPr lang="pt-BR" dirty="0" err="1"/>
              <a:t>entrada.nextInt</a:t>
            </a:r>
            <a:r>
              <a:rPr lang="pt-BR" dirty="0"/>
              <a:t>();</a:t>
            </a:r>
          </a:p>
          <a:p>
            <a:endParaRPr lang="pt-BR" dirty="0"/>
          </a:p>
          <a:p>
            <a:r>
              <a:rPr lang="pt-BR" dirty="0"/>
              <a:t>        </a:t>
            </a:r>
            <a:r>
              <a:rPr lang="pt-BR" dirty="0" err="1"/>
              <a:t>System.out.print</a:t>
            </a:r>
            <a:r>
              <a:rPr lang="pt-BR" dirty="0"/>
              <a:t>("Digite o segundo número: ");</a:t>
            </a:r>
          </a:p>
          <a:p>
            <a:r>
              <a:rPr lang="pt-BR" dirty="0"/>
              <a:t>        </a:t>
            </a:r>
            <a:r>
              <a:rPr lang="pt-BR" dirty="0" err="1"/>
              <a:t>int</a:t>
            </a:r>
            <a:r>
              <a:rPr lang="pt-BR" dirty="0"/>
              <a:t> b = </a:t>
            </a:r>
            <a:r>
              <a:rPr lang="pt-BR" dirty="0" err="1"/>
              <a:t>entrada.nextInt</a:t>
            </a:r>
            <a:r>
              <a:rPr lang="pt-BR" dirty="0"/>
              <a:t>();</a:t>
            </a:r>
          </a:p>
          <a:p>
            <a:endParaRPr lang="pt-BR" dirty="0"/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("Resultado: " + (a * b));</a:t>
            </a:r>
          </a:p>
          <a:p>
            <a:r>
              <a:rPr lang="pt-BR" dirty="0"/>
              <a:t>    }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943100" y="361175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Atividade Prática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573833" y="1705587"/>
            <a:ext cx="9083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Criar algoritmo (pseudocódigo + fluxograma) para calcular a média de três alturas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Implementar em Java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39756" y="1509644"/>
            <a:ext cx="957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Algoritmos = lógica por trás da programação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Representações: descrição e fluxograma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Java traduz a lógica em código executável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</TotalTime>
  <Words>311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31</cp:revision>
  <dcterms:created xsi:type="dcterms:W3CDTF">2026-03-07T12:30:21Z</dcterms:created>
  <dcterms:modified xsi:type="dcterms:W3CDTF">2026-04-01T18:59:08Z</dcterms:modified>
</cp:coreProperties>
</file>