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7"/>
  </p:notesMasterIdLst>
  <p:sldIdLst>
    <p:sldId id="256" r:id="rId2"/>
    <p:sldId id="257" r:id="rId3"/>
    <p:sldId id="302" r:id="rId4"/>
    <p:sldId id="300" r:id="rId5"/>
    <p:sldId id="30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Aula07%20-%20Sistema%20Completo.docx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3.xml"/><Relationship Id="rId4" Type="http://schemas.openxmlformats.org/officeDocument/2006/relationships/customXml" Target="../ink/ink2.xm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b="1" dirty="0"/>
              <a:t>Transformação do Sistema de cadastro de clientes em sistema completo com Pedido e Itens</a:t>
            </a:r>
            <a:endParaRPr lang="pt-BR" sz="413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494357" y="4144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904632" y="1247778"/>
            <a:ext cx="101971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Estabelecer uma conexão entre Java e MySQL.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Utilizar Connection, </a:t>
            </a:r>
            <a:r>
              <a:rPr lang="pt-BR" sz="2400" dirty="0" err="1"/>
              <a:t>DriverManager</a:t>
            </a:r>
            <a:r>
              <a:rPr lang="pt-BR" sz="2400" dirty="0"/>
              <a:t>, </a:t>
            </a:r>
            <a:r>
              <a:rPr lang="pt-BR" sz="2400" dirty="0" err="1"/>
              <a:t>Statement</a:t>
            </a:r>
            <a:r>
              <a:rPr lang="pt-BR" sz="2400" dirty="0"/>
              <a:t> e </a:t>
            </a:r>
            <a:r>
              <a:rPr lang="pt-BR" sz="2400" dirty="0" err="1"/>
              <a:t>PreparedStatement</a:t>
            </a:r>
            <a:r>
              <a:rPr lang="pt-BR" sz="24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Executar comandos SQL a partir de uma aplicação Java.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Inserir, consultar, alterar e excluir registros de Pedido e Item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Criar tabelas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Organizar projetos.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0C0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Resumo Aula 07 </a:t>
            </a:r>
            <a:endParaRPr lang="pt-BR" sz="240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5D098-AEC8-462D-DAFF-BD6640EE4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EC75553-8952-E967-DBD1-06966CD90BC5}"/>
              </a:ext>
            </a:extLst>
          </p:cNvPr>
          <p:cNvSpPr txBox="1"/>
          <p:nvPr/>
        </p:nvSpPr>
        <p:spPr>
          <a:xfrm>
            <a:off x="3122629" y="120753"/>
            <a:ext cx="79439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Modelo de Criação de Sistema Pedido/Item Pedido</a:t>
            </a:r>
            <a:endParaRPr lang="pt-BR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D869099-EAF1-0B4F-EF87-57C3B0A31A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200" y="582418"/>
            <a:ext cx="6910395" cy="30823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E209BBD-B023-BB0F-8B34-7F661C776D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914" y="3714135"/>
            <a:ext cx="6835765" cy="26521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8566D87-3DF9-B8BE-CFB5-329F5DBB9F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6709" y="582418"/>
            <a:ext cx="4716695" cy="25124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D6F87361-093B-CAD4-187E-E3A682B595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2047" y="3376246"/>
            <a:ext cx="3596952" cy="256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87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F01AF0-21FB-85A2-1122-9FA5C644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A69FBAC-A617-F407-CF5E-40294A1EEF74}"/>
              </a:ext>
            </a:extLst>
          </p:cNvPr>
          <p:cNvSpPr txBox="1"/>
          <p:nvPr/>
        </p:nvSpPr>
        <p:spPr>
          <a:xfrm>
            <a:off x="3122629" y="12075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Tabelas e Relacionamentos</a:t>
            </a:r>
            <a:endParaRPr lang="pt-BR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CC8A007-AE61-8C6B-4158-93B48A2653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786" y="792675"/>
            <a:ext cx="5673625" cy="574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5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2862C9-8C3F-E355-6362-90BC0409F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87457E1D-0F4B-1397-72BA-EF592FB325F0}"/>
              </a:ext>
            </a:extLst>
          </p:cNvPr>
          <p:cNvSpPr txBox="1"/>
          <p:nvPr/>
        </p:nvSpPr>
        <p:spPr>
          <a:xfrm>
            <a:off x="1916950" y="0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  <a:endParaRPr lang="pt-BR" sz="5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3D524EF-48E3-549D-700A-C1C5E9C41A1A}"/>
              </a:ext>
            </a:extLst>
          </p:cNvPr>
          <p:cNvSpPr txBox="1"/>
          <p:nvPr/>
        </p:nvSpPr>
        <p:spPr>
          <a:xfrm>
            <a:off x="1408234" y="931332"/>
            <a:ext cx="96777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Construção de um sistema web completo com tabelas filhas (</a:t>
            </a:r>
            <a:r>
              <a:rPr lang="pt-BR" sz="2400" dirty="0" err="1"/>
              <a:t>Foreing</a:t>
            </a:r>
            <a:r>
              <a:rPr lang="pt-BR" sz="2400" dirty="0"/>
              <a:t> Keys) no </a:t>
            </a:r>
            <a:r>
              <a:rPr lang="pt-BR" sz="2400" dirty="0" err="1"/>
              <a:t>SistemaCad</a:t>
            </a:r>
            <a:r>
              <a:rPr lang="pt-BR" sz="2400" dirty="0"/>
              <a:t> — capaz de cadastrar, consultar, alterar e excluir clientes, pedido e itens em um banco de dados MySQL</a:t>
            </a:r>
          </a:p>
        </p:txBody>
      </p:sp>
    </p:spTree>
    <p:extLst>
      <p:ext uri="{BB962C8B-B14F-4D97-AF65-F5344CB8AC3E}">
        <p14:creationId xmlns:p14="http://schemas.microsoft.com/office/powerpoint/2010/main" val="2209833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2950</TotalTime>
  <Words>111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964</cp:revision>
  <dcterms:created xsi:type="dcterms:W3CDTF">2026-03-07T12:30:21Z</dcterms:created>
  <dcterms:modified xsi:type="dcterms:W3CDTF">2026-08-16T22:09:40Z</dcterms:modified>
</cp:coreProperties>
</file>