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1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4"/>
  </p:notesMasterIdLst>
  <p:sldIdLst>
    <p:sldId id="256" r:id="rId2"/>
    <p:sldId id="257" r:id="rId3"/>
    <p:sldId id="308" r:id="rId4"/>
    <p:sldId id="266" r:id="rId5"/>
    <p:sldId id="300" r:id="rId6"/>
    <p:sldId id="301" r:id="rId7"/>
    <p:sldId id="302" r:id="rId8"/>
    <p:sldId id="306" r:id="rId9"/>
    <p:sldId id="263" r:id="rId10"/>
    <p:sldId id="305" r:id="rId11"/>
    <p:sldId id="309" r:id="rId12"/>
    <p:sldId id="30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439A0F-FF9E-8D43-7974-8CB51760A708}" name="James Kuehl" initials="JK" userId="0a15223b9e8c05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9500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F7881-B80E-C3FC-D8D5-8201E9629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58CDBD1-5664-056D-FBF2-4B18973B56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A564D59-A72E-9643-B883-44FD550EC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945A00C-D3F9-24DF-301D-B1796CDBBA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2498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6.xml"/><Relationship Id="rId4" Type="http://schemas.openxmlformats.org/officeDocument/2006/relationships/customXml" Target="../ink/ink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9.xml"/><Relationship Id="rId4" Type="http://schemas.openxmlformats.org/officeDocument/2006/relationships/customXml" Target="../ink/ink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2.xml"/><Relationship Id="rId4" Type="http://schemas.openxmlformats.org/officeDocument/2006/relationships/customXml" Target="../ink/ink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5.xml"/><Relationship Id="rId4" Type="http://schemas.openxmlformats.org/officeDocument/2006/relationships/customXml" Target="../ink/ink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8.xml"/><Relationship Id="rId4" Type="http://schemas.openxmlformats.org/officeDocument/2006/relationships/customXml" Target="../ink/ink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21.xml"/><Relationship Id="rId4" Type="http://schemas.openxmlformats.org/officeDocument/2006/relationships/customXml" Target="../ink/ink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533426" y="1775591"/>
            <a:ext cx="9125147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b="1" dirty="0"/>
              <a:t>Orientação de Objetos</a:t>
            </a:r>
          </a:p>
          <a:p>
            <a:pPr algn="ctr"/>
            <a:r>
              <a:rPr lang="pt-BR" sz="4800" b="1" dirty="0"/>
              <a:t>Projeto Prático de OOP</a:t>
            </a:r>
            <a:endParaRPr lang="pt-BR" sz="13800" b="1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713432" y="47156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663931" y="1400178"/>
            <a:ext cx="973859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/>
              <a:t>Aplicar todos os conceitos estudados de Programação Orientada a Objetos.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/>
              <a:t>Modelar um sistema completo utilizando classes.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/>
              <a:t>Criar relacionamentos entre objetos.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/>
              <a:t>Aplicar encapsulamento corretamente.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/>
              <a:t>Utilizar construtores.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/>
              <a:t>Criar métodos para manipulação dos objetos.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/>
              <a:t>Aplicar herança.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/>
              <a:t>Utilizar polimorfismo.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/>
              <a:t>Desenvolver um projeto semelhante aos encontrados no mercado de trabalho.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/>
              <a:t>Organizar o código em múltiplas classes. </a:t>
            </a: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671311-9E90-6DC7-9EBB-1F07CF4B4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B9DAAC5-B053-39C6-1190-B96F497E6762}"/>
              </a:ext>
            </a:extLst>
          </p:cNvPr>
          <p:cNvSpPr txBox="1"/>
          <p:nvPr/>
        </p:nvSpPr>
        <p:spPr>
          <a:xfrm>
            <a:off x="2123496" y="314247"/>
            <a:ext cx="76890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dirty="0"/>
              <a:t>Revisão dos conceitos estudados</a:t>
            </a:r>
            <a:endParaRPr lang="pt-BR" sz="36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17A00D2-60E4-6E08-9792-0E6382590EE4}"/>
              </a:ext>
            </a:extLst>
          </p:cNvPr>
          <p:cNvSpPr txBox="1"/>
          <p:nvPr/>
        </p:nvSpPr>
        <p:spPr>
          <a:xfrm>
            <a:off x="2123496" y="1341185"/>
            <a:ext cx="57761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Durante as aulas anteriores aprendemos:</a:t>
            </a:r>
          </a:p>
          <a:p>
            <a:r>
              <a:rPr lang="pt-BR" sz="2000" dirty="0"/>
              <a:t>✔ Classes</a:t>
            </a:r>
          </a:p>
          <a:p>
            <a:r>
              <a:rPr lang="pt-BR" sz="2000" dirty="0"/>
              <a:t>✔ Objetos</a:t>
            </a:r>
          </a:p>
          <a:p>
            <a:r>
              <a:rPr lang="pt-BR" sz="2000" dirty="0"/>
              <a:t>✔ Métodos</a:t>
            </a:r>
          </a:p>
          <a:p>
            <a:r>
              <a:rPr lang="pt-BR" sz="2000" dirty="0"/>
              <a:t>✔ Construtores</a:t>
            </a:r>
          </a:p>
          <a:p>
            <a:r>
              <a:rPr lang="pt-BR" sz="2000" dirty="0"/>
              <a:t>✔ Encapsulamento</a:t>
            </a:r>
          </a:p>
          <a:p>
            <a:r>
              <a:rPr lang="pt-BR" sz="2000" dirty="0"/>
              <a:t>✔ Herança</a:t>
            </a:r>
          </a:p>
          <a:p>
            <a:r>
              <a:rPr lang="pt-BR" sz="2000" dirty="0"/>
              <a:t>✔ Polimorfismo</a:t>
            </a:r>
          </a:p>
          <a:p>
            <a:r>
              <a:rPr lang="pt-BR" sz="2000" dirty="0"/>
              <a:t>Agora iremos unir tudo em um único projeto.</a:t>
            </a:r>
          </a:p>
        </p:txBody>
      </p:sp>
    </p:spTree>
    <p:extLst>
      <p:ext uri="{BB962C8B-B14F-4D97-AF65-F5344CB8AC3E}">
        <p14:creationId xmlns:p14="http://schemas.microsoft.com/office/powerpoint/2010/main" val="2697988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E26867-A314-62FF-F19C-5C3A6952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9D868F54-E108-4F3B-3EE9-CCCABA1B3584}"/>
              </a:ext>
            </a:extLst>
          </p:cNvPr>
          <p:cNvSpPr txBox="1"/>
          <p:nvPr/>
        </p:nvSpPr>
        <p:spPr>
          <a:xfrm>
            <a:off x="1170049" y="804344"/>
            <a:ext cx="9113041" cy="54168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Imagine uma biblioteca onde existem:</a:t>
            </a:r>
          </a:p>
          <a:p>
            <a:pPr lvl="0"/>
            <a:r>
              <a:rPr lang="pt-BR" dirty="0"/>
              <a:t>Livros </a:t>
            </a:r>
          </a:p>
          <a:p>
            <a:pPr lvl="0"/>
            <a:r>
              <a:rPr lang="pt-BR" dirty="0"/>
              <a:t>Autores </a:t>
            </a:r>
          </a:p>
          <a:p>
            <a:pPr lvl="0"/>
            <a:r>
              <a:rPr lang="pt-BR" dirty="0"/>
              <a:t>Usuários </a:t>
            </a:r>
          </a:p>
          <a:p>
            <a:pPr lvl="0"/>
            <a:r>
              <a:rPr lang="pt-BR" dirty="0"/>
              <a:t>Empréstimos </a:t>
            </a:r>
          </a:p>
          <a:p>
            <a:r>
              <a:rPr lang="pt-BR" dirty="0"/>
              <a:t>O sistema deverá controlar quais livros estão disponíveis e quais foram emprestados.</a:t>
            </a:r>
          </a:p>
          <a:p>
            <a:endParaRPr lang="pt-BR" sz="2000" dirty="0"/>
          </a:p>
          <a:p>
            <a:r>
              <a:rPr lang="pt-BR" b="1" dirty="0"/>
              <a:t>Diagrama das Classes</a:t>
            </a:r>
            <a:endParaRPr lang="pt-BR" dirty="0"/>
          </a:p>
          <a:p>
            <a:r>
              <a:rPr lang="pt-BR" dirty="0"/>
              <a:t>              Pessoa</a:t>
            </a:r>
          </a:p>
          <a:p>
            <a:r>
              <a:rPr lang="pt-BR" dirty="0"/>
              <a:t>                  ↑</a:t>
            </a:r>
          </a:p>
          <a:p>
            <a:r>
              <a:rPr lang="pt-BR" dirty="0"/>
              <a:t>         -------------------</a:t>
            </a:r>
          </a:p>
          <a:p>
            <a:r>
              <a:rPr lang="pt-BR" dirty="0"/>
              <a:t>         |                 |</a:t>
            </a:r>
          </a:p>
          <a:p>
            <a:r>
              <a:rPr lang="pt-BR" dirty="0"/>
              <a:t>     </a:t>
            </a:r>
            <a:r>
              <a:rPr lang="pt-BR" dirty="0" err="1"/>
              <a:t>Usuario</a:t>
            </a:r>
            <a:r>
              <a:rPr lang="pt-BR" dirty="0"/>
              <a:t>          </a:t>
            </a:r>
            <a:r>
              <a:rPr lang="pt-BR" dirty="0" err="1"/>
              <a:t>Bibliotecario</a:t>
            </a:r>
            <a:endParaRPr lang="pt-BR" dirty="0"/>
          </a:p>
          <a:p>
            <a:r>
              <a:rPr lang="pt-BR" dirty="0"/>
              <a:t> </a:t>
            </a:r>
          </a:p>
          <a:p>
            <a:r>
              <a:rPr lang="pt-BR" dirty="0"/>
              <a:t> </a:t>
            </a:r>
          </a:p>
          <a:p>
            <a:r>
              <a:rPr lang="pt-BR" dirty="0"/>
              <a:t>Autor ---------------- Livro</a:t>
            </a:r>
          </a:p>
          <a:p>
            <a:r>
              <a:rPr lang="pt-BR" dirty="0"/>
              <a:t> </a:t>
            </a:r>
          </a:p>
          <a:p>
            <a:r>
              <a:rPr lang="pt-BR" dirty="0"/>
              <a:t>Livro ---------------- </a:t>
            </a:r>
            <a:r>
              <a:rPr lang="pt-BR" dirty="0" err="1"/>
              <a:t>Emprestimo</a:t>
            </a:r>
            <a:r>
              <a:rPr lang="pt-BR" dirty="0"/>
              <a:t> ---------------- </a:t>
            </a:r>
            <a:r>
              <a:rPr lang="pt-BR" dirty="0" err="1"/>
              <a:t>Usuario</a:t>
            </a:r>
            <a:endParaRPr lang="pt-BR" dirty="0"/>
          </a:p>
          <a:p>
            <a:endParaRPr lang="pt-BR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E11A8B29-5093-DB55-CBA0-26176CF0A635}"/>
              </a:ext>
            </a:extLst>
          </p:cNvPr>
          <p:cNvSpPr txBox="1"/>
          <p:nvPr/>
        </p:nvSpPr>
        <p:spPr>
          <a:xfrm>
            <a:off x="1732419" y="-7303"/>
            <a:ext cx="7988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Projeto Sistema de Biblioteca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947523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1F01AF0-21FB-85A2-1122-9FA5C644C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B936208-D388-658E-5ADE-1DE93A1D0BDA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B936208-D388-658E-5ADE-1DE93A1D0B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06E59A26-8549-DDA5-2231-C39FD9AA069D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06E59A26-8549-DDA5-2231-C39FD9AA06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9642E35F-8173-41A9-9132-D4C6620A8C7F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9642E35F-8173-41A9-9132-D4C6620A8C7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0A69FBAC-A617-F407-CF5E-40294A1EEF74}"/>
              </a:ext>
            </a:extLst>
          </p:cNvPr>
          <p:cNvSpPr txBox="1"/>
          <p:nvPr/>
        </p:nvSpPr>
        <p:spPr>
          <a:xfrm>
            <a:off x="2438399" y="2764"/>
            <a:ext cx="67983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Estrutura do Projeto</a:t>
            </a:r>
            <a:endParaRPr lang="pt-BR" sz="36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8E83483-4CAF-638F-78B8-C843708441E9}"/>
              </a:ext>
            </a:extLst>
          </p:cNvPr>
          <p:cNvSpPr txBox="1"/>
          <p:nvPr/>
        </p:nvSpPr>
        <p:spPr>
          <a:xfrm>
            <a:off x="219611" y="633838"/>
            <a:ext cx="3039553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biblioteca   </a:t>
            </a:r>
          </a:p>
          <a:p>
            <a:r>
              <a:rPr lang="en-US" dirty="0"/>
              <a:t>├</a:t>
            </a:r>
            <a:r>
              <a:rPr lang="pt-BR" dirty="0"/>
              <a:t>── Pessoa.java </a:t>
            </a:r>
          </a:p>
          <a:p>
            <a:r>
              <a:rPr lang="en-US" dirty="0"/>
              <a:t>├</a:t>
            </a:r>
            <a:r>
              <a:rPr lang="pt-BR" dirty="0"/>
              <a:t>── Usuario.java </a:t>
            </a:r>
          </a:p>
          <a:p>
            <a:r>
              <a:rPr lang="en-US" dirty="0"/>
              <a:t>├</a:t>
            </a:r>
            <a:r>
              <a:rPr lang="pt-BR" dirty="0"/>
              <a:t>── Bibliotecario.java </a:t>
            </a:r>
          </a:p>
          <a:p>
            <a:r>
              <a:rPr lang="en-US" dirty="0"/>
              <a:t>├</a:t>
            </a:r>
            <a:r>
              <a:rPr lang="pt-BR" dirty="0"/>
              <a:t>── Autor.java </a:t>
            </a:r>
          </a:p>
          <a:p>
            <a:r>
              <a:rPr lang="en-US" dirty="0"/>
              <a:t>├</a:t>
            </a:r>
            <a:r>
              <a:rPr lang="pt-BR" dirty="0"/>
              <a:t>── Livro.java </a:t>
            </a:r>
          </a:p>
          <a:p>
            <a:r>
              <a:rPr lang="en-US" dirty="0"/>
              <a:t>├</a:t>
            </a:r>
            <a:r>
              <a:rPr lang="pt-BR" dirty="0"/>
              <a:t>── Emprestimo.java </a:t>
            </a:r>
          </a:p>
          <a:p>
            <a:r>
              <a:rPr lang="pt-BR" dirty="0"/>
              <a:t>└── Main.java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3BDDE59-8EEA-7572-B7AE-81CC6F109FCC}"/>
              </a:ext>
            </a:extLst>
          </p:cNvPr>
          <p:cNvSpPr txBox="1"/>
          <p:nvPr/>
        </p:nvSpPr>
        <p:spPr>
          <a:xfrm>
            <a:off x="4299462" y="649095"/>
            <a:ext cx="6096000" cy="46462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Classe Pessoa.java</a:t>
            </a:r>
            <a:endParaRPr lang="pt-BR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Pessoa {</a:t>
            </a:r>
          </a:p>
          <a:p>
            <a:r>
              <a:rPr lang="pt-BR" dirty="0"/>
              <a:t>    </a:t>
            </a:r>
            <a:r>
              <a:rPr lang="pt-BR" dirty="0" err="1"/>
              <a:t>private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 nome;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Pessoa(</a:t>
            </a:r>
            <a:r>
              <a:rPr lang="pt-BR" dirty="0" err="1"/>
              <a:t>String</a:t>
            </a:r>
            <a:r>
              <a:rPr lang="pt-BR" dirty="0"/>
              <a:t> nome) {</a:t>
            </a:r>
          </a:p>
          <a:p>
            <a:r>
              <a:rPr lang="pt-BR" dirty="0"/>
              <a:t>        </a:t>
            </a:r>
            <a:r>
              <a:rPr lang="pt-BR" dirty="0" err="1"/>
              <a:t>this.nome</a:t>
            </a:r>
            <a:r>
              <a:rPr lang="pt-BR" dirty="0"/>
              <a:t> = nome;</a:t>
            </a:r>
          </a:p>
          <a:p>
            <a:r>
              <a:rPr lang="pt-BR" dirty="0"/>
              <a:t>    }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 </a:t>
            </a:r>
            <a:r>
              <a:rPr lang="pt-BR" dirty="0" err="1"/>
              <a:t>getNome</a:t>
            </a:r>
            <a:r>
              <a:rPr lang="pt-BR" dirty="0"/>
              <a:t>() {</a:t>
            </a:r>
          </a:p>
          <a:p>
            <a:r>
              <a:rPr lang="pt-BR" dirty="0"/>
              <a:t>        </a:t>
            </a:r>
            <a:r>
              <a:rPr lang="pt-BR" dirty="0" err="1"/>
              <a:t>return</a:t>
            </a:r>
            <a:r>
              <a:rPr lang="pt-BR" dirty="0"/>
              <a:t> nome;</a:t>
            </a:r>
          </a:p>
          <a:p>
            <a:r>
              <a:rPr lang="pt-BR" dirty="0"/>
              <a:t>    }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setNome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 nome) {</a:t>
            </a:r>
          </a:p>
          <a:p>
            <a:r>
              <a:rPr lang="pt-BR" dirty="0"/>
              <a:t>        </a:t>
            </a:r>
            <a:r>
              <a:rPr lang="pt-BR" dirty="0" err="1"/>
              <a:t>this.nome</a:t>
            </a:r>
            <a:r>
              <a:rPr lang="pt-BR" dirty="0"/>
              <a:t> = nome;</a:t>
            </a:r>
          </a:p>
          <a:p>
            <a:r>
              <a:rPr lang="pt-BR" dirty="0"/>
              <a:t>    }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apresentar() {</a:t>
            </a:r>
          </a:p>
          <a:p>
            <a:r>
              <a:rPr lang="pt-BR" dirty="0"/>
              <a:t>        </a:t>
            </a:r>
            <a:r>
              <a:rPr lang="pt-BR" dirty="0" err="1"/>
              <a:t>System.out.println</a:t>
            </a:r>
            <a:r>
              <a:rPr lang="pt-BR" dirty="0"/>
              <a:t>("Pessoa: " + nome);</a:t>
            </a:r>
          </a:p>
          <a:p>
            <a:r>
              <a:rPr lang="pt-BR" dirty="0"/>
              <a:t>    }</a:t>
            </a:r>
          </a:p>
          <a:p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59555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ADE6DE-FCA7-9440-9D85-FEC732824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851B145E-6BBB-F886-8C45-BE554EF9292D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851B145E-6BBB-F886-8C45-BE554EF9292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B5445A4E-B953-54D5-C9C3-903C7C7D4EF8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B5445A4E-B953-54D5-C9C3-903C7C7D4E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CA6A8A57-B3DF-A3AE-B3CA-78884F1DBB0F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CA6A8A57-B3DF-A3AE-B3CA-78884F1DBB0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CaixaDeTexto 7">
            <a:extLst>
              <a:ext uri="{FF2B5EF4-FFF2-40B4-BE49-F238E27FC236}">
                <a16:creationId xmlns:a16="http://schemas.microsoft.com/office/drawing/2014/main" id="{6F895B96-7EBC-467A-59EC-545B7720A366}"/>
              </a:ext>
            </a:extLst>
          </p:cNvPr>
          <p:cNvSpPr txBox="1"/>
          <p:nvPr/>
        </p:nvSpPr>
        <p:spPr>
          <a:xfrm>
            <a:off x="3465692" y="648911"/>
            <a:ext cx="5467146" cy="33239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400" b="1" dirty="0"/>
              <a:t>Classe Usuario.java - </a:t>
            </a:r>
            <a:r>
              <a:rPr lang="pt-BR" sz="1400" dirty="0"/>
              <a:t>Herda Pessoa.</a:t>
            </a:r>
          </a:p>
          <a:p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class</a:t>
            </a:r>
            <a:r>
              <a:rPr lang="pt-BR" sz="1400" dirty="0"/>
              <a:t> </a:t>
            </a:r>
            <a:r>
              <a:rPr lang="pt-BR" sz="1400" dirty="0" err="1"/>
              <a:t>Usuario</a:t>
            </a:r>
            <a:r>
              <a:rPr lang="pt-BR" sz="1400" dirty="0"/>
              <a:t> </a:t>
            </a:r>
            <a:r>
              <a:rPr lang="pt-BR" sz="1400" dirty="0" err="1"/>
              <a:t>extends</a:t>
            </a:r>
            <a:r>
              <a:rPr lang="pt-BR" sz="1400" dirty="0"/>
              <a:t> Pessoa{</a:t>
            </a:r>
          </a:p>
          <a:p>
            <a:r>
              <a:rPr lang="pt-BR" sz="1400" dirty="0"/>
              <a:t>    </a:t>
            </a:r>
            <a:r>
              <a:rPr lang="pt-BR" sz="1400" dirty="0" err="1"/>
              <a:t>private</a:t>
            </a:r>
            <a:r>
              <a:rPr lang="pt-BR" sz="1400" dirty="0"/>
              <a:t> </a:t>
            </a:r>
            <a:r>
              <a:rPr lang="pt-BR" sz="1400" dirty="0" err="1"/>
              <a:t>int</a:t>
            </a:r>
            <a:r>
              <a:rPr lang="pt-BR" sz="1400" dirty="0"/>
              <a:t> matricula;</a:t>
            </a:r>
          </a:p>
          <a:p>
            <a:r>
              <a:rPr lang="pt-BR" sz="1400" dirty="0"/>
              <a:t>   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Usuario</a:t>
            </a:r>
            <a:r>
              <a:rPr lang="pt-BR" sz="1400" dirty="0"/>
              <a:t>(</a:t>
            </a:r>
            <a:r>
              <a:rPr lang="pt-BR" sz="1400" dirty="0" err="1"/>
              <a:t>String</a:t>
            </a:r>
            <a:r>
              <a:rPr lang="pt-BR" sz="1400" dirty="0"/>
              <a:t> </a:t>
            </a:r>
            <a:r>
              <a:rPr lang="pt-BR" sz="1400" dirty="0" err="1"/>
              <a:t>nome,int</a:t>
            </a:r>
            <a:r>
              <a:rPr lang="pt-BR" sz="1400" dirty="0"/>
              <a:t> matricula){</a:t>
            </a:r>
          </a:p>
          <a:p>
            <a:r>
              <a:rPr lang="pt-BR" sz="1400" dirty="0"/>
              <a:t>        super(nome);</a:t>
            </a:r>
          </a:p>
          <a:p>
            <a:r>
              <a:rPr lang="pt-BR" sz="1400" dirty="0"/>
              <a:t>        </a:t>
            </a:r>
            <a:r>
              <a:rPr lang="pt-BR" sz="1400" dirty="0" err="1"/>
              <a:t>this.matricula</a:t>
            </a:r>
            <a:r>
              <a:rPr lang="pt-BR" sz="1400" dirty="0"/>
              <a:t> = matricula;</a:t>
            </a:r>
          </a:p>
          <a:p>
            <a:r>
              <a:rPr lang="pt-BR" sz="1400" dirty="0"/>
              <a:t>    }</a:t>
            </a:r>
          </a:p>
          <a:p>
            <a:r>
              <a:rPr lang="pt-BR" sz="1400" dirty="0"/>
              <a:t>   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int</a:t>
            </a:r>
            <a:r>
              <a:rPr lang="pt-BR" sz="1400" dirty="0"/>
              <a:t> </a:t>
            </a:r>
            <a:r>
              <a:rPr lang="pt-BR" sz="1400" dirty="0" err="1"/>
              <a:t>getMatricula</a:t>
            </a:r>
            <a:r>
              <a:rPr lang="pt-BR" sz="1400" dirty="0"/>
              <a:t>(){</a:t>
            </a:r>
          </a:p>
          <a:p>
            <a:r>
              <a:rPr lang="pt-BR" sz="1400" dirty="0"/>
              <a:t>        </a:t>
            </a:r>
            <a:r>
              <a:rPr lang="pt-BR" sz="1400" dirty="0" err="1"/>
              <a:t>return</a:t>
            </a:r>
            <a:r>
              <a:rPr lang="pt-BR" sz="1400" dirty="0"/>
              <a:t> matricula;</a:t>
            </a:r>
          </a:p>
          <a:p>
            <a:r>
              <a:rPr lang="pt-BR" sz="1400" dirty="0"/>
              <a:t>    }</a:t>
            </a:r>
          </a:p>
          <a:p>
            <a:r>
              <a:rPr lang="pt-BR" sz="1400" dirty="0"/>
              <a:t>    @Override</a:t>
            </a:r>
          </a:p>
          <a:p>
            <a:r>
              <a:rPr lang="pt-BR" sz="1400" dirty="0"/>
              <a:t>   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void</a:t>
            </a:r>
            <a:r>
              <a:rPr lang="pt-BR" sz="1400" dirty="0"/>
              <a:t> apresentar(){</a:t>
            </a:r>
          </a:p>
          <a:p>
            <a:r>
              <a:rPr lang="pt-BR" sz="1400" dirty="0"/>
              <a:t>        </a:t>
            </a:r>
            <a:r>
              <a:rPr lang="pt-BR" sz="1400" dirty="0" err="1"/>
              <a:t>System.out.println</a:t>
            </a:r>
            <a:r>
              <a:rPr lang="pt-BR" sz="1400" dirty="0"/>
              <a:t>("Usuário: " + </a:t>
            </a:r>
            <a:r>
              <a:rPr lang="pt-BR" sz="1400" dirty="0" err="1"/>
              <a:t>getNome</a:t>
            </a:r>
            <a:r>
              <a:rPr lang="pt-BR" sz="1400" dirty="0"/>
              <a:t>());</a:t>
            </a:r>
          </a:p>
          <a:p>
            <a:r>
              <a:rPr lang="pt-BR" sz="1400" dirty="0"/>
              <a:t>   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31DF9FC-C7F9-0AC8-E284-397FDE9A82D0}"/>
              </a:ext>
            </a:extLst>
          </p:cNvPr>
          <p:cNvSpPr txBox="1"/>
          <p:nvPr/>
        </p:nvSpPr>
        <p:spPr>
          <a:xfrm>
            <a:off x="3465692" y="4136803"/>
            <a:ext cx="5467146" cy="22467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400" b="1" dirty="0"/>
              <a:t>Classe Bibliotecario.java</a:t>
            </a:r>
            <a:endParaRPr lang="pt-BR" sz="1400" dirty="0"/>
          </a:p>
          <a:p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class</a:t>
            </a:r>
            <a:r>
              <a:rPr lang="pt-BR" sz="1400" dirty="0"/>
              <a:t> </a:t>
            </a:r>
            <a:r>
              <a:rPr lang="pt-BR" sz="1400" dirty="0" err="1"/>
              <a:t>Bibliotecario</a:t>
            </a:r>
            <a:r>
              <a:rPr lang="pt-BR" sz="1400" dirty="0"/>
              <a:t> </a:t>
            </a:r>
            <a:r>
              <a:rPr lang="pt-BR" sz="1400" dirty="0" err="1"/>
              <a:t>extends</a:t>
            </a:r>
            <a:r>
              <a:rPr lang="pt-BR" sz="1400" dirty="0"/>
              <a:t> Pessoa{</a:t>
            </a:r>
          </a:p>
          <a:p>
            <a:r>
              <a:rPr lang="pt-BR" sz="1400" dirty="0"/>
              <a:t>   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Bibliotecario</a:t>
            </a:r>
            <a:r>
              <a:rPr lang="pt-BR" sz="1400" dirty="0"/>
              <a:t>(</a:t>
            </a:r>
            <a:r>
              <a:rPr lang="pt-BR" sz="1400" dirty="0" err="1"/>
              <a:t>String</a:t>
            </a:r>
            <a:r>
              <a:rPr lang="pt-BR" sz="1400" dirty="0"/>
              <a:t> nome){</a:t>
            </a:r>
          </a:p>
          <a:p>
            <a:r>
              <a:rPr lang="pt-BR" sz="1400" dirty="0"/>
              <a:t>        super(nome);</a:t>
            </a:r>
          </a:p>
          <a:p>
            <a:r>
              <a:rPr lang="pt-BR" sz="1400" dirty="0"/>
              <a:t>    }</a:t>
            </a:r>
          </a:p>
          <a:p>
            <a:r>
              <a:rPr lang="pt-BR" sz="1400" dirty="0"/>
              <a:t>    @Override</a:t>
            </a:r>
          </a:p>
          <a:p>
            <a:r>
              <a:rPr lang="pt-BR" sz="1400" dirty="0"/>
              <a:t>   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void</a:t>
            </a:r>
            <a:r>
              <a:rPr lang="pt-BR" sz="1400" dirty="0"/>
              <a:t> apresentar(){</a:t>
            </a:r>
          </a:p>
          <a:p>
            <a:r>
              <a:rPr lang="pt-BR" sz="1400" dirty="0"/>
              <a:t>        </a:t>
            </a:r>
            <a:r>
              <a:rPr lang="pt-BR" sz="1400" dirty="0" err="1"/>
              <a:t>System.out.println</a:t>
            </a:r>
            <a:r>
              <a:rPr lang="pt-BR" sz="1400" dirty="0"/>
              <a:t>("Bibliotecário: " + </a:t>
            </a:r>
            <a:r>
              <a:rPr lang="pt-BR" sz="1400" dirty="0" err="1"/>
              <a:t>getNome</a:t>
            </a:r>
            <a:r>
              <a:rPr lang="pt-BR" sz="1400" dirty="0"/>
              <a:t>());</a:t>
            </a:r>
          </a:p>
          <a:p>
            <a:r>
              <a:rPr lang="pt-BR" sz="1400" dirty="0"/>
              <a:t>   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C830688-62D6-E789-B572-02EB7F80E23E}"/>
              </a:ext>
            </a:extLst>
          </p:cNvPr>
          <p:cNvSpPr txBox="1"/>
          <p:nvPr/>
        </p:nvSpPr>
        <p:spPr>
          <a:xfrm>
            <a:off x="219611" y="633838"/>
            <a:ext cx="3039553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biblioteca   </a:t>
            </a:r>
          </a:p>
          <a:p>
            <a:r>
              <a:rPr lang="en-US" dirty="0"/>
              <a:t>├</a:t>
            </a:r>
            <a:r>
              <a:rPr lang="pt-BR" dirty="0"/>
              <a:t>── Pessoa.java </a:t>
            </a:r>
          </a:p>
          <a:p>
            <a:r>
              <a:rPr lang="en-US" dirty="0"/>
              <a:t>├</a:t>
            </a:r>
            <a:r>
              <a:rPr lang="pt-BR" dirty="0"/>
              <a:t>── Usuario.java </a:t>
            </a:r>
          </a:p>
          <a:p>
            <a:r>
              <a:rPr lang="en-US" dirty="0"/>
              <a:t>├</a:t>
            </a:r>
            <a:r>
              <a:rPr lang="pt-BR" dirty="0"/>
              <a:t>── Bibliotecario.java </a:t>
            </a:r>
          </a:p>
          <a:p>
            <a:r>
              <a:rPr lang="en-US" dirty="0"/>
              <a:t>├</a:t>
            </a:r>
            <a:r>
              <a:rPr lang="pt-BR" dirty="0"/>
              <a:t>── Autor.java </a:t>
            </a:r>
          </a:p>
          <a:p>
            <a:r>
              <a:rPr lang="en-US" dirty="0"/>
              <a:t>├</a:t>
            </a:r>
            <a:r>
              <a:rPr lang="pt-BR" dirty="0"/>
              <a:t>── Livro.java </a:t>
            </a:r>
          </a:p>
          <a:p>
            <a:r>
              <a:rPr lang="en-US" dirty="0"/>
              <a:t>├</a:t>
            </a:r>
            <a:r>
              <a:rPr lang="pt-BR" dirty="0"/>
              <a:t>── Emprestimo.java </a:t>
            </a:r>
          </a:p>
          <a:p>
            <a:r>
              <a:rPr lang="pt-BR" dirty="0"/>
              <a:t>└── Main.java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3FE2FD7-1CD9-E5C7-2410-884A1E72ED42}"/>
              </a:ext>
            </a:extLst>
          </p:cNvPr>
          <p:cNvSpPr txBox="1"/>
          <p:nvPr/>
        </p:nvSpPr>
        <p:spPr>
          <a:xfrm>
            <a:off x="1142999" y="0"/>
            <a:ext cx="91535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Continuação Estrutura do Projeto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3740239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54AEDE9-B4A3-678D-09CE-99146C794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74F509A8-F961-6FD9-07ED-25ECD4C73DAA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74F509A8-F961-6FD9-07ED-25ECD4C73D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E98AF55B-B043-7F41-6974-1A96EBA86AEA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E98AF55B-B043-7F41-6974-1A96EBA86AE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639F1B23-D1A5-A122-893A-307B67B7FBC1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639F1B23-D1A5-A122-893A-307B67B7FBC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CaixaDeTexto 9">
            <a:extLst>
              <a:ext uri="{FF2B5EF4-FFF2-40B4-BE49-F238E27FC236}">
                <a16:creationId xmlns:a16="http://schemas.microsoft.com/office/drawing/2014/main" id="{5F5E64C0-E44B-69C6-D3D8-6E7E8FABDE73}"/>
              </a:ext>
            </a:extLst>
          </p:cNvPr>
          <p:cNvSpPr txBox="1"/>
          <p:nvPr/>
        </p:nvSpPr>
        <p:spPr>
          <a:xfrm>
            <a:off x="221041" y="3334937"/>
            <a:ext cx="3038124" cy="26161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600" b="1" dirty="0"/>
              <a:t>Classe Autor.java</a:t>
            </a:r>
            <a:endParaRPr lang="pt-BR" sz="1600" dirty="0"/>
          </a:p>
          <a:p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class</a:t>
            </a:r>
            <a:r>
              <a:rPr lang="pt-BR" sz="1600" dirty="0"/>
              <a:t> Autor {</a:t>
            </a:r>
          </a:p>
          <a:p>
            <a:r>
              <a:rPr lang="pt-BR" sz="1600" dirty="0"/>
              <a:t>    </a:t>
            </a:r>
            <a:r>
              <a:rPr lang="pt-BR" sz="1600" dirty="0" err="1"/>
              <a:t>private</a:t>
            </a:r>
            <a:r>
              <a:rPr lang="pt-BR" sz="1600" dirty="0"/>
              <a:t> </a:t>
            </a:r>
            <a:r>
              <a:rPr lang="pt-BR" sz="1600" dirty="0" err="1"/>
              <a:t>String</a:t>
            </a:r>
            <a:r>
              <a:rPr lang="pt-BR" sz="1600" dirty="0"/>
              <a:t> nome;</a:t>
            </a:r>
          </a:p>
          <a:p>
            <a:r>
              <a:rPr lang="pt-BR" sz="1600" dirty="0"/>
              <a:t>    </a:t>
            </a:r>
            <a:r>
              <a:rPr lang="pt-BR" sz="1600" dirty="0" err="1"/>
              <a:t>public</a:t>
            </a:r>
            <a:r>
              <a:rPr lang="pt-BR" sz="1600" dirty="0"/>
              <a:t> Autor(</a:t>
            </a:r>
            <a:r>
              <a:rPr lang="pt-BR" sz="1600" dirty="0" err="1"/>
              <a:t>String</a:t>
            </a:r>
            <a:r>
              <a:rPr lang="pt-BR" sz="1600" dirty="0"/>
              <a:t> nome) {</a:t>
            </a:r>
          </a:p>
          <a:p>
            <a:r>
              <a:rPr lang="pt-BR" sz="1600" dirty="0"/>
              <a:t>        </a:t>
            </a:r>
            <a:r>
              <a:rPr lang="pt-BR" sz="1600" dirty="0" err="1"/>
              <a:t>this.nome</a:t>
            </a:r>
            <a:r>
              <a:rPr lang="pt-BR" sz="1600" dirty="0"/>
              <a:t> = nome;</a:t>
            </a:r>
          </a:p>
          <a:p>
            <a:r>
              <a:rPr lang="pt-BR" sz="1600" dirty="0"/>
              <a:t>    }</a:t>
            </a:r>
          </a:p>
          <a:p>
            <a:r>
              <a:rPr lang="pt-BR" sz="1600" dirty="0"/>
              <a:t>    </a:t>
            </a:r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String</a:t>
            </a:r>
            <a:r>
              <a:rPr lang="pt-BR" sz="1600" dirty="0"/>
              <a:t> </a:t>
            </a:r>
            <a:r>
              <a:rPr lang="pt-BR" sz="1600" dirty="0" err="1"/>
              <a:t>getNome</a:t>
            </a:r>
            <a:r>
              <a:rPr lang="pt-BR" sz="1600" dirty="0"/>
              <a:t>() {</a:t>
            </a:r>
          </a:p>
          <a:p>
            <a:r>
              <a:rPr lang="pt-BR" sz="1600" dirty="0"/>
              <a:t>        </a:t>
            </a:r>
            <a:r>
              <a:rPr lang="pt-BR" sz="1600" dirty="0" err="1"/>
              <a:t>return</a:t>
            </a:r>
            <a:r>
              <a:rPr lang="pt-BR" sz="1600" dirty="0"/>
              <a:t> nome;</a:t>
            </a:r>
          </a:p>
          <a:p>
            <a:r>
              <a:rPr lang="pt-BR" sz="1600" dirty="0"/>
              <a:t>    }</a:t>
            </a:r>
          </a:p>
          <a:p>
            <a:r>
              <a:rPr lang="pt-BR" sz="1600" dirty="0"/>
              <a:t>}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490D0CB-D361-F829-AF74-91C3E5E37745}"/>
              </a:ext>
            </a:extLst>
          </p:cNvPr>
          <p:cNvSpPr txBox="1"/>
          <p:nvPr/>
        </p:nvSpPr>
        <p:spPr>
          <a:xfrm>
            <a:off x="4104620" y="633838"/>
            <a:ext cx="4813302" cy="5478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400" b="1" dirty="0"/>
              <a:t>Classe Livro.java</a:t>
            </a:r>
            <a:endParaRPr lang="pt-BR" sz="1400" dirty="0"/>
          </a:p>
          <a:p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class</a:t>
            </a:r>
            <a:r>
              <a:rPr lang="pt-BR" sz="1400" dirty="0"/>
              <a:t> Livro {</a:t>
            </a:r>
          </a:p>
          <a:p>
            <a:r>
              <a:rPr lang="pt-BR" sz="1400" dirty="0"/>
              <a:t>    </a:t>
            </a:r>
            <a:r>
              <a:rPr lang="pt-BR" sz="1400" dirty="0" err="1"/>
              <a:t>private</a:t>
            </a:r>
            <a:r>
              <a:rPr lang="pt-BR" sz="1400" dirty="0"/>
              <a:t> </a:t>
            </a:r>
            <a:r>
              <a:rPr lang="pt-BR" sz="1400" dirty="0" err="1"/>
              <a:t>String</a:t>
            </a:r>
            <a:r>
              <a:rPr lang="pt-BR" sz="1400" dirty="0"/>
              <a:t> titulo;</a:t>
            </a:r>
          </a:p>
          <a:p>
            <a:r>
              <a:rPr lang="pt-BR" sz="1400" dirty="0"/>
              <a:t>    </a:t>
            </a:r>
            <a:r>
              <a:rPr lang="pt-BR" sz="1400" dirty="0" err="1"/>
              <a:t>private</a:t>
            </a:r>
            <a:r>
              <a:rPr lang="pt-BR" sz="1400" dirty="0"/>
              <a:t> Autor </a:t>
            </a:r>
            <a:r>
              <a:rPr lang="pt-BR" sz="1400" dirty="0" err="1"/>
              <a:t>autor</a:t>
            </a:r>
            <a:r>
              <a:rPr lang="pt-BR" sz="1400" dirty="0"/>
              <a:t>;</a:t>
            </a:r>
          </a:p>
          <a:p>
            <a:r>
              <a:rPr lang="pt-BR" sz="1400" dirty="0"/>
              <a:t>    </a:t>
            </a:r>
            <a:r>
              <a:rPr lang="pt-BR" sz="1400" dirty="0" err="1"/>
              <a:t>private</a:t>
            </a:r>
            <a:r>
              <a:rPr lang="pt-BR" sz="1400" dirty="0"/>
              <a:t> </a:t>
            </a:r>
            <a:r>
              <a:rPr lang="pt-BR" sz="1400" dirty="0" err="1"/>
              <a:t>boolean</a:t>
            </a:r>
            <a:r>
              <a:rPr lang="pt-BR" sz="1400" dirty="0"/>
              <a:t> </a:t>
            </a:r>
            <a:r>
              <a:rPr lang="pt-BR" sz="1400" dirty="0" err="1"/>
              <a:t>disponivel</a:t>
            </a:r>
            <a:r>
              <a:rPr lang="pt-BR" sz="1400" dirty="0"/>
              <a:t> = </a:t>
            </a:r>
            <a:r>
              <a:rPr lang="pt-BR" sz="1400" dirty="0" err="1"/>
              <a:t>true</a:t>
            </a:r>
            <a:r>
              <a:rPr lang="pt-BR" sz="1400" dirty="0"/>
              <a:t>;</a:t>
            </a:r>
          </a:p>
          <a:p>
            <a:r>
              <a:rPr lang="pt-BR" sz="1400" dirty="0"/>
              <a:t>    </a:t>
            </a:r>
            <a:r>
              <a:rPr lang="pt-BR" sz="1400" dirty="0" err="1"/>
              <a:t>public</a:t>
            </a:r>
            <a:r>
              <a:rPr lang="pt-BR" sz="1400" dirty="0"/>
              <a:t> Livro(</a:t>
            </a:r>
            <a:r>
              <a:rPr lang="pt-BR" sz="1400" dirty="0" err="1"/>
              <a:t>String</a:t>
            </a:r>
            <a:r>
              <a:rPr lang="pt-BR" sz="1400" dirty="0"/>
              <a:t> titulo, Autor </a:t>
            </a:r>
            <a:r>
              <a:rPr lang="pt-BR" sz="1400" dirty="0" err="1"/>
              <a:t>autor</a:t>
            </a:r>
            <a:r>
              <a:rPr lang="pt-BR" sz="1400" dirty="0"/>
              <a:t>){</a:t>
            </a:r>
          </a:p>
          <a:p>
            <a:r>
              <a:rPr lang="pt-BR" sz="1400" dirty="0"/>
              <a:t>        </a:t>
            </a:r>
            <a:r>
              <a:rPr lang="pt-BR" sz="1400" dirty="0" err="1"/>
              <a:t>this.titulo</a:t>
            </a:r>
            <a:r>
              <a:rPr lang="pt-BR" sz="1400" dirty="0"/>
              <a:t> = titulo;</a:t>
            </a:r>
          </a:p>
          <a:p>
            <a:r>
              <a:rPr lang="pt-BR" sz="1400" dirty="0"/>
              <a:t>        </a:t>
            </a:r>
            <a:r>
              <a:rPr lang="pt-BR" sz="1400" dirty="0" err="1"/>
              <a:t>this.autor</a:t>
            </a:r>
            <a:r>
              <a:rPr lang="pt-BR" sz="1400" dirty="0"/>
              <a:t> = autor;</a:t>
            </a:r>
          </a:p>
          <a:p>
            <a:r>
              <a:rPr lang="pt-BR" sz="1400" dirty="0"/>
              <a:t>    }</a:t>
            </a:r>
          </a:p>
          <a:p>
            <a:r>
              <a:rPr lang="pt-BR" sz="1400" dirty="0"/>
              <a:t>   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String</a:t>
            </a:r>
            <a:r>
              <a:rPr lang="pt-BR" sz="1400" dirty="0"/>
              <a:t> </a:t>
            </a:r>
            <a:r>
              <a:rPr lang="pt-BR" sz="1400" dirty="0" err="1"/>
              <a:t>getTitulo</a:t>
            </a:r>
            <a:r>
              <a:rPr lang="pt-BR" sz="1400" dirty="0"/>
              <a:t>(){</a:t>
            </a:r>
          </a:p>
          <a:p>
            <a:r>
              <a:rPr lang="pt-BR" sz="1400" dirty="0"/>
              <a:t>        </a:t>
            </a:r>
            <a:r>
              <a:rPr lang="pt-BR" sz="1400" dirty="0" err="1"/>
              <a:t>return</a:t>
            </a:r>
            <a:r>
              <a:rPr lang="pt-BR" sz="1400" dirty="0"/>
              <a:t> titulo;</a:t>
            </a:r>
          </a:p>
          <a:p>
            <a:r>
              <a:rPr lang="pt-BR" sz="1400" dirty="0"/>
              <a:t>    }</a:t>
            </a:r>
          </a:p>
          <a:p>
            <a:r>
              <a:rPr lang="pt-BR" sz="1400" dirty="0"/>
              <a:t>    </a:t>
            </a:r>
            <a:r>
              <a:rPr lang="pt-BR" sz="1400" dirty="0" err="1"/>
              <a:t>public</a:t>
            </a:r>
            <a:r>
              <a:rPr lang="pt-BR" sz="1400" dirty="0"/>
              <a:t> Autor </a:t>
            </a:r>
            <a:r>
              <a:rPr lang="pt-BR" sz="1400" dirty="0" err="1"/>
              <a:t>getAutor</a:t>
            </a:r>
            <a:r>
              <a:rPr lang="pt-BR" sz="1400" dirty="0"/>
              <a:t>(){</a:t>
            </a:r>
          </a:p>
          <a:p>
            <a:r>
              <a:rPr lang="pt-BR" sz="1400" dirty="0"/>
              <a:t>        </a:t>
            </a:r>
            <a:r>
              <a:rPr lang="pt-BR" sz="1400" dirty="0" err="1"/>
              <a:t>return</a:t>
            </a:r>
            <a:r>
              <a:rPr lang="pt-BR" sz="1400" dirty="0"/>
              <a:t> autor;</a:t>
            </a:r>
          </a:p>
          <a:p>
            <a:r>
              <a:rPr lang="pt-BR" sz="1400" dirty="0"/>
              <a:t>    }</a:t>
            </a:r>
          </a:p>
          <a:p>
            <a:r>
              <a:rPr lang="pt-BR" sz="1400" dirty="0"/>
              <a:t>   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boolean</a:t>
            </a:r>
            <a:r>
              <a:rPr lang="pt-BR" sz="1400" dirty="0"/>
              <a:t> </a:t>
            </a:r>
            <a:r>
              <a:rPr lang="pt-BR" sz="1400" dirty="0" err="1"/>
              <a:t>isDisponivel</a:t>
            </a:r>
            <a:r>
              <a:rPr lang="pt-BR" sz="1400" dirty="0"/>
              <a:t>(){</a:t>
            </a:r>
          </a:p>
          <a:p>
            <a:r>
              <a:rPr lang="pt-BR" sz="1400" dirty="0"/>
              <a:t>        </a:t>
            </a:r>
            <a:r>
              <a:rPr lang="pt-BR" sz="1400" dirty="0" err="1"/>
              <a:t>return</a:t>
            </a:r>
            <a:r>
              <a:rPr lang="pt-BR" sz="1400" dirty="0"/>
              <a:t> </a:t>
            </a:r>
            <a:r>
              <a:rPr lang="pt-BR" sz="1400" dirty="0" err="1"/>
              <a:t>disponivel</a:t>
            </a:r>
            <a:r>
              <a:rPr lang="pt-BR" sz="1400" dirty="0"/>
              <a:t>;</a:t>
            </a:r>
          </a:p>
          <a:p>
            <a:r>
              <a:rPr lang="pt-BR" sz="1400" dirty="0"/>
              <a:t>    }</a:t>
            </a:r>
          </a:p>
          <a:p>
            <a:r>
              <a:rPr lang="pt-BR" sz="1400" dirty="0"/>
              <a:t>   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void</a:t>
            </a:r>
            <a:r>
              <a:rPr lang="pt-BR" sz="1400" dirty="0"/>
              <a:t> emprestar(){</a:t>
            </a:r>
          </a:p>
          <a:p>
            <a:r>
              <a:rPr lang="pt-BR" sz="1400" dirty="0"/>
              <a:t>        </a:t>
            </a:r>
            <a:r>
              <a:rPr lang="pt-BR" sz="1400" dirty="0" err="1"/>
              <a:t>disponivel</a:t>
            </a:r>
            <a:r>
              <a:rPr lang="pt-BR" sz="1400" dirty="0"/>
              <a:t> = false;</a:t>
            </a:r>
          </a:p>
          <a:p>
            <a:r>
              <a:rPr lang="pt-BR" sz="1400" dirty="0"/>
              <a:t>    }</a:t>
            </a:r>
          </a:p>
          <a:p>
            <a:r>
              <a:rPr lang="pt-BR" sz="1400" dirty="0"/>
              <a:t>   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void</a:t>
            </a:r>
            <a:r>
              <a:rPr lang="pt-BR" sz="1400" dirty="0"/>
              <a:t> devolver(){</a:t>
            </a:r>
          </a:p>
          <a:p>
            <a:r>
              <a:rPr lang="pt-BR" sz="1400" dirty="0"/>
              <a:t>        </a:t>
            </a:r>
            <a:r>
              <a:rPr lang="pt-BR" sz="1400" dirty="0" err="1"/>
              <a:t>disponivel</a:t>
            </a:r>
            <a:r>
              <a:rPr lang="pt-BR" sz="1400" dirty="0"/>
              <a:t> = </a:t>
            </a:r>
            <a:r>
              <a:rPr lang="pt-BR" sz="1400" dirty="0" err="1"/>
              <a:t>true</a:t>
            </a:r>
            <a:r>
              <a:rPr lang="pt-BR" sz="1400" dirty="0"/>
              <a:t>;</a:t>
            </a:r>
          </a:p>
          <a:p>
            <a:r>
              <a:rPr lang="pt-BR" sz="1400" dirty="0"/>
              <a:t>   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4CE3484-4A2F-015C-A1BF-1D921FCED96F}"/>
              </a:ext>
            </a:extLst>
          </p:cNvPr>
          <p:cNvSpPr txBox="1"/>
          <p:nvPr/>
        </p:nvSpPr>
        <p:spPr>
          <a:xfrm>
            <a:off x="219611" y="633838"/>
            <a:ext cx="3039553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biblioteca   </a:t>
            </a:r>
          </a:p>
          <a:p>
            <a:r>
              <a:rPr lang="en-US" dirty="0"/>
              <a:t>├</a:t>
            </a:r>
            <a:r>
              <a:rPr lang="pt-BR" dirty="0"/>
              <a:t>── Pessoa.java </a:t>
            </a:r>
          </a:p>
          <a:p>
            <a:r>
              <a:rPr lang="en-US" dirty="0"/>
              <a:t>├</a:t>
            </a:r>
            <a:r>
              <a:rPr lang="pt-BR" dirty="0"/>
              <a:t>── Usuario.java </a:t>
            </a:r>
          </a:p>
          <a:p>
            <a:r>
              <a:rPr lang="en-US" dirty="0"/>
              <a:t>├</a:t>
            </a:r>
            <a:r>
              <a:rPr lang="pt-BR" dirty="0"/>
              <a:t>── Bibliotecario.java </a:t>
            </a:r>
          </a:p>
          <a:p>
            <a:r>
              <a:rPr lang="en-US" dirty="0"/>
              <a:t>├</a:t>
            </a:r>
            <a:r>
              <a:rPr lang="pt-BR" dirty="0"/>
              <a:t>── Autor.java </a:t>
            </a:r>
          </a:p>
          <a:p>
            <a:r>
              <a:rPr lang="en-US" dirty="0"/>
              <a:t>├</a:t>
            </a:r>
            <a:r>
              <a:rPr lang="pt-BR" dirty="0"/>
              <a:t>── Livro.java </a:t>
            </a:r>
          </a:p>
          <a:p>
            <a:r>
              <a:rPr lang="en-US" dirty="0"/>
              <a:t>├</a:t>
            </a:r>
            <a:r>
              <a:rPr lang="pt-BR" dirty="0"/>
              <a:t>── Emprestimo.java </a:t>
            </a:r>
          </a:p>
          <a:p>
            <a:r>
              <a:rPr lang="pt-BR" dirty="0"/>
              <a:t>└── Main.java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453B356-BCC9-52AA-C93D-65CAE1675E63}"/>
              </a:ext>
            </a:extLst>
          </p:cNvPr>
          <p:cNvSpPr txBox="1"/>
          <p:nvPr/>
        </p:nvSpPr>
        <p:spPr>
          <a:xfrm>
            <a:off x="1142999" y="0"/>
            <a:ext cx="91535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Continuação Estrutura do Projeto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3047542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FA8D616-9181-3FD6-582E-321C6F78B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C9D6444-3C8A-2A21-9D48-398E45D4BB54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C9D6444-3C8A-2A21-9D48-398E45D4BB5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097F0CED-3D9D-BFB4-867A-7DDDAA78F20B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097F0CED-3D9D-BFB4-867A-7DDDAA78F20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58A0B8F-6A4A-D65F-DC35-3BC1D4F9FBC2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58A0B8F-6A4A-D65F-DC35-3BC1D4F9FBC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CaixaDeTexto 7">
            <a:extLst>
              <a:ext uri="{FF2B5EF4-FFF2-40B4-BE49-F238E27FC236}">
                <a16:creationId xmlns:a16="http://schemas.microsoft.com/office/drawing/2014/main" id="{AFA5211B-9A2A-190A-24BB-ABF7EC7D8747}"/>
              </a:ext>
            </a:extLst>
          </p:cNvPr>
          <p:cNvSpPr txBox="1"/>
          <p:nvPr/>
        </p:nvSpPr>
        <p:spPr>
          <a:xfrm>
            <a:off x="3637806" y="646331"/>
            <a:ext cx="5480999" cy="37702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100" b="1" dirty="0"/>
              <a:t>Classe Emprestimo.java</a:t>
            </a:r>
            <a:endParaRPr lang="pt-BR" sz="1100" dirty="0"/>
          </a:p>
          <a:p>
            <a:r>
              <a:rPr lang="pt-BR" sz="1200" dirty="0" err="1"/>
              <a:t>public</a:t>
            </a:r>
            <a:r>
              <a:rPr lang="pt-BR" sz="1200" dirty="0"/>
              <a:t> </a:t>
            </a:r>
            <a:r>
              <a:rPr lang="pt-BR" sz="1200" dirty="0" err="1"/>
              <a:t>class</a:t>
            </a:r>
            <a:r>
              <a:rPr lang="pt-BR" sz="1200" dirty="0"/>
              <a:t> </a:t>
            </a:r>
            <a:r>
              <a:rPr lang="pt-BR" sz="1200" dirty="0" err="1"/>
              <a:t>Emprestimo</a:t>
            </a:r>
            <a:r>
              <a:rPr lang="pt-BR" sz="1200" dirty="0"/>
              <a:t> {</a:t>
            </a:r>
          </a:p>
          <a:p>
            <a:r>
              <a:rPr lang="pt-BR" sz="1200" dirty="0"/>
              <a:t>    </a:t>
            </a:r>
            <a:r>
              <a:rPr lang="pt-BR" sz="1200" dirty="0" err="1"/>
              <a:t>private</a:t>
            </a:r>
            <a:r>
              <a:rPr lang="pt-BR" sz="1200" dirty="0"/>
              <a:t> Livro </a:t>
            </a:r>
            <a:r>
              <a:rPr lang="pt-BR" sz="1200" dirty="0" err="1"/>
              <a:t>livro</a:t>
            </a:r>
            <a:r>
              <a:rPr lang="pt-BR" sz="1200" dirty="0"/>
              <a:t>;</a:t>
            </a:r>
          </a:p>
          <a:p>
            <a:r>
              <a:rPr lang="pt-BR" sz="1200" dirty="0"/>
              <a:t>    </a:t>
            </a:r>
            <a:r>
              <a:rPr lang="pt-BR" sz="1200" dirty="0" err="1"/>
              <a:t>private</a:t>
            </a:r>
            <a:r>
              <a:rPr lang="pt-BR" sz="1200" dirty="0"/>
              <a:t> </a:t>
            </a:r>
            <a:r>
              <a:rPr lang="pt-BR" sz="1200" dirty="0" err="1"/>
              <a:t>Usuario</a:t>
            </a:r>
            <a:r>
              <a:rPr lang="pt-BR" sz="1200" dirty="0"/>
              <a:t> </a:t>
            </a:r>
            <a:r>
              <a:rPr lang="pt-BR" sz="1200" dirty="0" err="1"/>
              <a:t>usuario</a:t>
            </a:r>
            <a:r>
              <a:rPr lang="pt-BR" sz="1200" dirty="0"/>
              <a:t>;</a:t>
            </a:r>
          </a:p>
          <a:p>
            <a:r>
              <a:rPr lang="pt-BR" sz="1200" dirty="0"/>
              <a:t>    </a:t>
            </a:r>
            <a:r>
              <a:rPr lang="pt-BR" sz="1200" dirty="0" err="1"/>
              <a:t>public</a:t>
            </a:r>
            <a:r>
              <a:rPr lang="pt-BR" sz="1200" dirty="0"/>
              <a:t> </a:t>
            </a:r>
            <a:r>
              <a:rPr lang="pt-BR" sz="1200" dirty="0" err="1"/>
              <a:t>Emprestimo</a:t>
            </a:r>
            <a:r>
              <a:rPr lang="pt-BR" sz="1200" dirty="0"/>
              <a:t>(Livro </a:t>
            </a:r>
            <a:r>
              <a:rPr lang="pt-BR" sz="1200" dirty="0" err="1"/>
              <a:t>livro</a:t>
            </a:r>
            <a:r>
              <a:rPr lang="pt-BR" sz="1200" dirty="0"/>
              <a:t>, </a:t>
            </a:r>
            <a:r>
              <a:rPr lang="pt-BR" sz="1200" dirty="0" err="1"/>
              <a:t>Usuario</a:t>
            </a:r>
            <a:r>
              <a:rPr lang="pt-BR" sz="1200" dirty="0"/>
              <a:t> </a:t>
            </a:r>
            <a:r>
              <a:rPr lang="pt-BR" sz="1200" dirty="0" err="1"/>
              <a:t>usuario</a:t>
            </a:r>
            <a:r>
              <a:rPr lang="pt-BR" sz="1200" dirty="0"/>
              <a:t>){</a:t>
            </a:r>
          </a:p>
          <a:p>
            <a:r>
              <a:rPr lang="pt-BR" sz="1200" dirty="0"/>
              <a:t>        </a:t>
            </a:r>
            <a:r>
              <a:rPr lang="pt-BR" sz="1200" dirty="0" err="1"/>
              <a:t>this.livro</a:t>
            </a:r>
            <a:r>
              <a:rPr lang="pt-BR" sz="1200" dirty="0"/>
              <a:t> = livro;</a:t>
            </a:r>
          </a:p>
          <a:p>
            <a:r>
              <a:rPr lang="pt-BR" sz="1200" dirty="0"/>
              <a:t>        </a:t>
            </a:r>
            <a:r>
              <a:rPr lang="pt-BR" sz="1200" dirty="0" err="1"/>
              <a:t>this.usuario</a:t>
            </a:r>
            <a:r>
              <a:rPr lang="pt-BR" sz="1200" dirty="0"/>
              <a:t> = </a:t>
            </a:r>
            <a:r>
              <a:rPr lang="pt-BR" sz="1200" dirty="0" err="1"/>
              <a:t>usuario</a:t>
            </a:r>
            <a:r>
              <a:rPr lang="pt-BR" sz="1200" dirty="0"/>
              <a:t>;</a:t>
            </a:r>
          </a:p>
          <a:p>
            <a:r>
              <a:rPr lang="pt-BR" sz="1200" dirty="0"/>
              <a:t>    }</a:t>
            </a:r>
          </a:p>
          <a:p>
            <a:r>
              <a:rPr lang="pt-BR" sz="1200" dirty="0"/>
              <a:t>    </a:t>
            </a:r>
            <a:r>
              <a:rPr lang="pt-BR" sz="1200" dirty="0" err="1"/>
              <a:t>public</a:t>
            </a:r>
            <a:r>
              <a:rPr lang="pt-BR" sz="1200" dirty="0"/>
              <a:t> </a:t>
            </a:r>
            <a:r>
              <a:rPr lang="pt-BR" sz="1200" dirty="0" err="1"/>
              <a:t>void</a:t>
            </a:r>
            <a:r>
              <a:rPr lang="pt-BR" sz="1200" dirty="0"/>
              <a:t> realizar(){</a:t>
            </a:r>
          </a:p>
          <a:p>
            <a:r>
              <a:rPr lang="pt-BR" sz="1200" dirty="0"/>
              <a:t>        </a:t>
            </a:r>
            <a:r>
              <a:rPr lang="pt-BR" sz="1200" dirty="0" err="1"/>
              <a:t>if</a:t>
            </a:r>
            <a:r>
              <a:rPr lang="pt-BR" sz="1200" dirty="0"/>
              <a:t>(</a:t>
            </a:r>
            <a:r>
              <a:rPr lang="pt-BR" sz="1200" dirty="0" err="1"/>
              <a:t>livro.isDisponivel</a:t>
            </a:r>
            <a:r>
              <a:rPr lang="pt-BR" sz="1200" dirty="0"/>
              <a:t>()){</a:t>
            </a:r>
          </a:p>
          <a:p>
            <a:r>
              <a:rPr lang="pt-BR" sz="1200" dirty="0"/>
              <a:t>            </a:t>
            </a:r>
            <a:r>
              <a:rPr lang="pt-BR" sz="1200" dirty="0" err="1"/>
              <a:t>livro.emprestar</a:t>
            </a:r>
            <a:r>
              <a:rPr lang="pt-BR" sz="1200" dirty="0"/>
              <a:t>();</a:t>
            </a:r>
          </a:p>
          <a:p>
            <a:r>
              <a:rPr lang="pt-BR" sz="1200" dirty="0"/>
              <a:t>            </a:t>
            </a:r>
            <a:r>
              <a:rPr lang="pt-BR" sz="1200" dirty="0" err="1"/>
              <a:t>System.out.println</a:t>
            </a:r>
            <a:r>
              <a:rPr lang="pt-BR" sz="1200" dirty="0"/>
              <a:t>(</a:t>
            </a:r>
          </a:p>
          <a:p>
            <a:r>
              <a:rPr lang="pt-BR" sz="1200" dirty="0"/>
              <a:t>                </a:t>
            </a:r>
            <a:r>
              <a:rPr lang="pt-BR" sz="1200" dirty="0" err="1"/>
              <a:t>usuario.getNome</a:t>
            </a:r>
            <a:r>
              <a:rPr lang="pt-BR" sz="1200" dirty="0"/>
              <a:t>()</a:t>
            </a:r>
          </a:p>
          <a:p>
            <a:r>
              <a:rPr lang="pt-BR" sz="1200" dirty="0"/>
              <a:t>                + " emprestou "</a:t>
            </a:r>
          </a:p>
          <a:p>
            <a:r>
              <a:rPr lang="pt-BR" sz="1200" dirty="0"/>
              <a:t>                + </a:t>
            </a:r>
            <a:r>
              <a:rPr lang="pt-BR" sz="1200" dirty="0" err="1"/>
              <a:t>livro.getTitulo</a:t>
            </a:r>
            <a:r>
              <a:rPr lang="pt-BR" sz="1200" dirty="0"/>
              <a:t>());</a:t>
            </a:r>
          </a:p>
          <a:p>
            <a:r>
              <a:rPr lang="pt-BR" sz="1200" dirty="0"/>
              <a:t>        }</a:t>
            </a:r>
            <a:r>
              <a:rPr lang="pt-BR" sz="1200" dirty="0" err="1"/>
              <a:t>else</a:t>
            </a:r>
            <a:r>
              <a:rPr lang="pt-BR" sz="1200" dirty="0"/>
              <a:t>{</a:t>
            </a:r>
          </a:p>
          <a:p>
            <a:r>
              <a:rPr lang="pt-BR" sz="1200" dirty="0"/>
              <a:t>            </a:t>
            </a:r>
            <a:r>
              <a:rPr lang="pt-BR" sz="1200" dirty="0" err="1"/>
              <a:t>System.out.println</a:t>
            </a:r>
            <a:r>
              <a:rPr lang="pt-BR" sz="1200" dirty="0"/>
              <a:t>("Livro indisponível.");</a:t>
            </a:r>
          </a:p>
          <a:p>
            <a:r>
              <a:rPr lang="pt-BR" sz="1200" dirty="0"/>
              <a:t>        }</a:t>
            </a:r>
          </a:p>
          <a:p>
            <a:r>
              <a:rPr lang="pt-BR" sz="1200" dirty="0"/>
              <a:t>    }</a:t>
            </a:r>
          </a:p>
          <a:p>
            <a:r>
              <a:rPr lang="pt-BR" sz="1200" dirty="0"/>
              <a:t>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CE08444-54BD-5E44-EFF4-0250CEAB9DBD}"/>
              </a:ext>
            </a:extLst>
          </p:cNvPr>
          <p:cNvSpPr txBox="1"/>
          <p:nvPr/>
        </p:nvSpPr>
        <p:spPr>
          <a:xfrm>
            <a:off x="3637806" y="4546104"/>
            <a:ext cx="5479559" cy="21236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200" b="1" dirty="0"/>
              <a:t>Classe Main.java</a:t>
            </a:r>
            <a:endParaRPr lang="pt-BR" sz="1200" dirty="0"/>
          </a:p>
          <a:p>
            <a:r>
              <a:rPr lang="pt-BR" sz="1200" dirty="0" err="1"/>
              <a:t>public</a:t>
            </a:r>
            <a:r>
              <a:rPr lang="pt-BR" sz="1200" dirty="0"/>
              <a:t> </a:t>
            </a:r>
            <a:r>
              <a:rPr lang="pt-BR" sz="1200" dirty="0" err="1"/>
              <a:t>class</a:t>
            </a:r>
            <a:r>
              <a:rPr lang="pt-BR" sz="1200" dirty="0"/>
              <a:t> </a:t>
            </a:r>
            <a:r>
              <a:rPr lang="pt-BR" sz="1200" dirty="0" err="1"/>
              <a:t>Main</a:t>
            </a:r>
            <a:r>
              <a:rPr lang="pt-BR" sz="1200" dirty="0"/>
              <a:t> {</a:t>
            </a:r>
          </a:p>
          <a:p>
            <a:r>
              <a:rPr lang="pt-BR" sz="1200" dirty="0"/>
              <a:t>    </a:t>
            </a:r>
            <a:r>
              <a:rPr lang="pt-BR" sz="1200" dirty="0" err="1"/>
              <a:t>public</a:t>
            </a:r>
            <a:r>
              <a:rPr lang="pt-BR" sz="1200" dirty="0"/>
              <a:t> </a:t>
            </a:r>
            <a:r>
              <a:rPr lang="pt-BR" sz="1200" dirty="0" err="1"/>
              <a:t>static</a:t>
            </a:r>
            <a:r>
              <a:rPr lang="pt-BR" sz="1200" dirty="0"/>
              <a:t> </a:t>
            </a:r>
            <a:r>
              <a:rPr lang="pt-BR" sz="1200" dirty="0" err="1"/>
              <a:t>void</a:t>
            </a:r>
            <a:r>
              <a:rPr lang="pt-BR" sz="1200" dirty="0"/>
              <a:t> </a:t>
            </a:r>
            <a:r>
              <a:rPr lang="pt-BR" sz="1200" dirty="0" err="1"/>
              <a:t>main</a:t>
            </a:r>
            <a:r>
              <a:rPr lang="pt-BR" sz="1200" dirty="0"/>
              <a:t>(</a:t>
            </a:r>
            <a:r>
              <a:rPr lang="pt-BR" sz="1200" dirty="0" err="1"/>
              <a:t>String</a:t>
            </a:r>
            <a:r>
              <a:rPr lang="pt-BR" sz="1200" dirty="0"/>
              <a:t>[] </a:t>
            </a:r>
            <a:r>
              <a:rPr lang="pt-BR" sz="1200" dirty="0" err="1"/>
              <a:t>args</a:t>
            </a:r>
            <a:r>
              <a:rPr lang="pt-BR" sz="1200" dirty="0"/>
              <a:t>) {</a:t>
            </a:r>
          </a:p>
          <a:p>
            <a:r>
              <a:rPr lang="pt-BR" sz="1200" dirty="0"/>
              <a:t>        Autor </a:t>
            </a:r>
            <a:r>
              <a:rPr lang="pt-BR" sz="1200" dirty="0" err="1"/>
              <a:t>autor</a:t>
            </a:r>
            <a:r>
              <a:rPr lang="pt-BR" sz="1200" dirty="0"/>
              <a:t> = new Autor("Robert Martin");</a:t>
            </a:r>
          </a:p>
          <a:p>
            <a:r>
              <a:rPr lang="pt-BR" sz="1200" dirty="0"/>
              <a:t>        Livro </a:t>
            </a:r>
            <a:r>
              <a:rPr lang="pt-BR" sz="1200" dirty="0" err="1"/>
              <a:t>livro</a:t>
            </a:r>
            <a:r>
              <a:rPr lang="pt-BR" sz="1200" dirty="0"/>
              <a:t> = new Livro("Clean </a:t>
            </a:r>
            <a:r>
              <a:rPr lang="pt-BR" sz="1200" dirty="0" err="1"/>
              <a:t>Code</a:t>
            </a:r>
            <a:r>
              <a:rPr lang="pt-BR" sz="1200" dirty="0"/>
              <a:t>", autor);</a:t>
            </a:r>
          </a:p>
          <a:p>
            <a:r>
              <a:rPr lang="pt-BR" sz="1200" dirty="0"/>
              <a:t>        </a:t>
            </a:r>
            <a:r>
              <a:rPr lang="pt-BR" sz="1200" dirty="0" err="1"/>
              <a:t>Usuario</a:t>
            </a:r>
            <a:r>
              <a:rPr lang="pt-BR" sz="1200" dirty="0"/>
              <a:t> </a:t>
            </a:r>
            <a:r>
              <a:rPr lang="pt-BR" sz="1200" dirty="0" err="1"/>
              <a:t>usuario</a:t>
            </a:r>
            <a:r>
              <a:rPr lang="pt-BR" sz="1200" dirty="0"/>
              <a:t> = new </a:t>
            </a:r>
            <a:r>
              <a:rPr lang="pt-BR" sz="1200" dirty="0" err="1"/>
              <a:t>Usuario</a:t>
            </a:r>
            <a:r>
              <a:rPr lang="pt-BR" sz="1200" dirty="0"/>
              <a:t>("Maria", 1001);</a:t>
            </a:r>
          </a:p>
          <a:p>
            <a:r>
              <a:rPr lang="pt-BR" sz="1200" dirty="0"/>
              <a:t>        </a:t>
            </a:r>
            <a:r>
              <a:rPr lang="pt-BR" sz="1200" dirty="0" err="1"/>
              <a:t>Emprestimo</a:t>
            </a:r>
            <a:r>
              <a:rPr lang="pt-BR" sz="1200" dirty="0"/>
              <a:t> </a:t>
            </a:r>
            <a:r>
              <a:rPr lang="pt-BR" sz="1200" dirty="0" err="1"/>
              <a:t>emprestimo</a:t>
            </a:r>
            <a:r>
              <a:rPr lang="pt-BR" sz="1200" dirty="0"/>
              <a:t> = new </a:t>
            </a:r>
            <a:r>
              <a:rPr lang="pt-BR" sz="1200" dirty="0" err="1"/>
              <a:t>Emprestimo</a:t>
            </a:r>
            <a:r>
              <a:rPr lang="pt-BR" sz="1200" dirty="0"/>
              <a:t>(livro, </a:t>
            </a:r>
            <a:r>
              <a:rPr lang="pt-BR" sz="1200" dirty="0" err="1"/>
              <a:t>usuario</a:t>
            </a:r>
            <a:r>
              <a:rPr lang="pt-BR" sz="1200" dirty="0"/>
              <a:t>);</a:t>
            </a:r>
          </a:p>
          <a:p>
            <a:r>
              <a:rPr lang="pt-BR" sz="1200" dirty="0"/>
              <a:t>        </a:t>
            </a:r>
            <a:r>
              <a:rPr lang="pt-BR" sz="1200" dirty="0" err="1"/>
              <a:t>usuario.apresentar</a:t>
            </a:r>
            <a:r>
              <a:rPr lang="pt-BR" sz="1200" dirty="0"/>
              <a:t>();</a:t>
            </a:r>
          </a:p>
          <a:p>
            <a:r>
              <a:rPr lang="pt-BR" sz="1200" dirty="0"/>
              <a:t>        </a:t>
            </a:r>
            <a:r>
              <a:rPr lang="pt-BR" sz="1200" dirty="0" err="1"/>
              <a:t>emprestimo.realizar</a:t>
            </a:r>
            <a:r>
              <a:rPr lang="pt-BR" sz="1200" dirty="0"/>
              <a:t>();</a:t>
            </a:r>
          </a:p>
          <a:p>
            <a:r>
              <a:rPr lang="pt-BR" sz="1200" dirty="0"/>
              <a:t>    }</a:t>
            </a:r>
          </a:p>
          <a:p>
            <a:r>
              <a:rPr lang="pt-BR" sz="1200" dirty="0"/>
              <a:t>}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47A1B71-1D88-B7AE-4FE7-5182885BC114}"/>
              </a:ext>
            </a:extLst>
          </p:cNvPr>
          <p:cNvSpPr txBox="1"/>
          <p:nvPr/>
        </p:nvSpPr>
        <p:spPr>
          <a:xfrm>
            <a:off x="219611" y="633838"/>
            <a:ext cx="3039553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biblioteca   </a:t>
            </a:r>
          </a:p>
          <a:p>
            <a:r>
              <a:rPr lang="en-US" dirty="0"/>
              <a:t>├</a:t>
            </a:r>
            <a:r>
              <a:rPr lang="pt-BR" dirty="0"/>
              <a:t>── Pessoa.java </a:t>
            </a:r>
          </a:p>
          <a:p>
            <a:r>
              <a:rPr lang="en-US" dirty="0"/>
              <a:t>├</a:t>
            </a:r>
            <a:r>
              <a:rPr lang="pt-BR" dirty="0"/>
              <a:t>── Usuario.java </a:t>
            </a:r>
          </a:p>
          <a:p>
            <a:r>
              <a:rPr lang="en-US" dirty="0"/>
              <a:t>├</a:t>
            </a:r>
            <a:r>
              <a:rPr lang="pt-BR" dirty="0"/>
              <a:t>── Bibliotecario.java </a:t>
            </a:r>
          </a:p>
          <a:p>
            <a:r>
              <a:rPr lang="en-US" dirty="0"/>
              <a:t>├</a:t>
            </a:r>
            <a:r>
              <a:rPr lang="pt-BR" dirty="0"/>
              <a:t>── Autor.java </a:t>
            </a:r>
          </a:p>
          <a:p>
            <a:r>
              <a:rPr lang="en-US" dirty="0"/>
              <a:t>├</a:t>
            </a:r>
            <a:r>
              <a:rPr lang="pt-BR" dirty="0"/>
              <a:t>── Livro.java </a:t>
            </a:r>
          </a:p>
          <a:p>
            <a:r>
              <a:rPr lang="en-US" dirty="0"/>
              <a:t>├</a:t>
            </a:r>
            <a:r>
              <a:rPr lang="pt-BR" dirty="0"/>
              <a:t>── Emprestimo.java </a:t>
            </a:r>
          </a:p>
          <a:p>
            <a:r>
              <a:rPr lang="pt-BR" dirty="0"/>
              <a:t>└── Main.java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D732E38-D9B5-F78B-0AFE-5D87D5881291}"/>
              </a:ext>
            </a:extLst>
          </p:cNvPr>
          <p:cNvSpPr txBox="1"/>
          <p:nvPr/>
        </p:nvSpPr>
        <p:spPr>
          <a:xfrm>
            <a:off x="1142999" y="0"/>
            <a:ext cx="91535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Continuação Estrutura do Projeto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1759430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762088" y="0"/>
            <a:ext cx="75630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Exercício complementar </a:t>
            </a:r>
            <a:r>
              <a:rPr lang="pt-BR" sz="3600" b="1" dirty="0" err="1"/>
              <a:t>Bilioteca</a:t>
            </a:r>
            <a:endParaRPr lang="pt-BR" sz="36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999B544-6993-A7BE-579F-F8E0103AC5A5}"/>
              </a:ext>
            </a:extLst>
          </p:cNvPr>
          <p:cNvSpPr txBox="1"/>
          <p:nvPr/>
        </p:nvSpPr>
        <p:spPr>
          <a:xfrm>
            <a:off x="358133" y="646331"/>
            <a:ext cx="4253196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Criar um Menu utilizando Scanner</a:t>
            </a:r>
            <a:endParaRPr lang="pt-BR" dirty="0"/>
          </a:p>
          <a:p>
            <a:r>
              <a:rPr lang="pt-BR" dirty="0"/>
              <a:t>========= BIBLIOTECA =========</a:t>
            </a:r>
          </a:p>
          <a:p>
            <a:r>
              <a:rPr lang="pt-BR" dirty="0"/>
              <a:t>1 - Cadastrar Livro </a:t>
            </a:r>
          </a:p>
          <a:p>
            <a:r>
              <a:rPr lang="pt-BR" dirty="0"/>
              <a:t>2 - Cadastrar Usuário </a:t>
            </a:r>
          </a:p>
          <a:p>
            <a:r>
              <a:rPr lang="pt-BR" dirty="0"/>
              <a:t>3 - Realizar Empréstimo </a:t>
            </a:r>
          </a:p>
          <a:p>
            <a:r>
              <a:rPr lang="pt-BR" dirty="0"/>
              <a:t>4 - Devolver Livro </a:t>
            </a:r>
          </a:p>
          <a:p>
            <a:r>
              <a:rPr lang="pt-BR" dirty="0"/>
              <a:t>5 - Listar Livros </a:t>
            </a:r>
          </a:p>
          <a:p>
            <a:r>
              <a:rPr lang="pt-BR" dirty="0"/>
              <a:t>6 - Listar Usuários </a:t>
            </a:r>
          </a:p>
          <a:p>
            <a:r>
              <a:rPr lang="pt-BR" dirty="0"/>
              <a:t>7 - Sair</a:t>
            </a:r>
            <a:endParaRPr lang="pt-BR" b="1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AB86D7F-3EAC-8AA6-A9DE-5FE2D31D2F07}"/>
              </a:ext>
            </a:extLst>
          </p:cNvPr>
          <p:cNvSpPr txBox="1"/>
          <p:nvPr/>
        </p:nvSpPr>
        <p:spPr>
          <a:xfrm>
            <a:off x="358133" y="3280856"/>
            <a:ext cx="6096000" cy="30469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600" dirty="0"/>
              <a:t>Utilizar: Scanner </a:t>
            </a:r>
            <a:r>
              <a:rPr lang="pt-BR" sz="1600" dirty="0" err="1"/>
              <a:t>sc</a:t>
            </a:r>
            <a:r>
              <a:rPr lang="pt-BR" sz="1600" dirty="0"/>
              <a:t> = new Scanner(System.in);</a:t>
            </a:r>
          </a:p>
          <a:p>
            <a:r>
              <a:rPr lang="pt-BR" sz="1600" dirty="0"/>
              <a:t>Estrutura sugerida:</a:t>
            </a:r>
          </a:p>
          <a:p>
            <a:r>
              <a:rPr lang="pt-BR" sz="1600" dirty="0" err="1"/>
              <a:t>int</a:t>
            </a:r>
            <a:r>
              <a:rPr lang="pt-BR" sz="1600" dirty="0"/>
              <a:t> </a:t>
            </a:r>
            <a:r>
              <a:rPr lang="pt-BR" sz="1600" dirty="0" err="1"/>
              <a:t>opcao</a:t>
            </a:r>
            <a:r>
              <a:rPr lang="pt-BR" sz="1600" dirty="0"/>
              <a:t>; </a:t>
            </a:r>
          </a:p>
          <a:p>
            <a:r>
              <a:rPr lang="pt-BR" sz="1600" dirty="0"/>
              <a:t>do { 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System.out.println</a:t>
            </a:r>
            <a:r>
              <a:rPr lang="pt-BR" sz="1600" dirty="0"/>
              <a:t>("1-Cadastrar Livro");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System.out.println</a:t>
            </a:r>
            <a:r>
              <a:rPr lang="pt-BR" sz="1600" dirty="0"/>
              <a:t>("2-Cadastrar Usuário");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System.out.println</a:t>
            </a:r>
            <a:r>
              <a:rPr lang="pt-BR" sz="1600" dirty="0"/>
              <a:t>("3-Emprestar");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System.out.println</a:t>
            </a:r>
            <a:r>
              <a:rPr lang="pt-BR" sz="1600" dirty="0"/>
              <a:t>("4-Devolver");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System.out.println</a:t>
            </a:r>
            <a:r>
              <a:rPr lang="pt-BR" sz="1600" dirty="0"/>
              <a:t>("5-Listar Livros");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System.out.println</a:t>
            </a:r>
            <a:r>
              <a:rPr lang="pt-BR" sz="1600" dirty="0"/>
              <a:t>("6-Listar Usuários");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System.out.println</a:t>
            </a:r>
            <a:r>
              <a:rPr lang="pt-BR" sz="1600" dirty="0"/>
              <a:t>("7-Sair"); 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opcao</a:t>
            </a:r>
            <a:r>
              <a:rPr lang="pt-BR" sz="1600" dirty="0"/>
              <a:t> = </a:t>
            </a:r>
            <a:r>
              <a:rPr lang="pt-BR" sz="1600" dirty="0" err="1"/>
              <a:t>sc.nextInt</a:t>
            </a:r>
            <a:r>
              <a:rPr lang="pt-BR" sz="1600" dirty="0"/>
              <a:t>();    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386643B-E965-6DC8-E23B-BC0E210D3707}"/>
              </a:ext>
            </a:extLst>
          </p:cNvPr>
          <p:cNvSpPr txBox="1"/>
          <p:nvPr/>
        </p:nvSpPr>
        <p:spPr>
          <a:xfrm>
            <a:off x="6543593" y="646331"/>
            <a:ext cx="5472397" cy="52014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600" dirty="0"/>
              <a:t>switch(</a:t>
            </a:r>
            <a:r>
              <a:rPr lang="pt-BR" sz="1600" dirty="0" err="1"/>
              <a:t>opcao</a:t>
            </a:r>
            <a:r>
              <a:rPr lang="pt-BR" sz="1600" dirty="0"/>
              <a:t>){ </a:t>
            </a:r>
          </a:p>
          <a:p>
            <a:r>
              <a:rPr lang="pt-BR" sz="1600" dirty="0"/>
              <a:t>        case 1:</a:t>
            </a:r>
          </a:p>
          <a:p>
            <a:r>
              <a:rPr lang="pt-BR" sz="1600" dirty="0"/>
              <a:t>            break; </a:t>
            </a:r>
          </a:p>
          <a:p>
            <a:r>
              <a:rPr lang="pt-BR" sz="1600" dirty="0"/>
              <a:t>        case 2:</a:t>
            </a:r>
          </a:p>
          <a:p>
            <a:r>
              <a:rPr lang="pt-BR" sz="1600" dirty="0"/>
              <a:t>            break; </a:t>
            </a:r>
          </a:p>
          <a:p>
            <a:r>
              <a:rPr lang="pt-BR" sz="1600" dirty="0"/>
              <a:t>        case 3:</a:t>
            </a:r>
          </a:p>
          <a:p>
            <a:r>
              <a:rPr lang="pt-BR" sz="1600" dirty="0"/>
              <a:t>            break; </a:t>
            </a:r>
          </a:p>
          <a:p>
            <a:r>
              <a:rPr lang="pt-BR" sz="1600" dirty="0"/>
              <a:t>        case 4:</a:t>
            </a:r>
          </a:p>
          <a:p>
            <a:r>
              <a:rPr lang="pt-BR" sz="1600" dirty="0"/>
              <a:t>            break; </a:t>
            </a:r>
          </a:p>
          <a:p>
            <a:r>
              <a:rPr lang="pt-BR" sz="1600" dirty="0"/>
              <a:t>        case 5:</a:t>
            </a:r>
          </a:p>
          <a:p>
            <a:r>
              <a:rPr lang="pt-BR" sz="1600" dirty="0"/>
              <a:t>            break; </a:t>
            </a:r>
          </a:p>
          <a:p>
            <a:r>
              <a:rPr lang="pt-BR" sz="1600" dirty="0"/>
              <a:t>        case 6:</a:t>
            </a:r>
          </a:p>
          <a:p>
            <a:r>
              <a:rPr lang="pt-BR" sz="1600" dirty="0"/>
              <a:t>            break; </a:t>
            </a:r>
          </a:p>
          <a:p>
            <a:r>
              <a:rPr lang="pt-BR" sz="1600" dirty="0"/>
              <a:t>        case 7:            </a:t>
            </a:r>
            <a:r>
              <a:rPr lang="pt-BR" sz="1600" dirty="0" err="1"/>
              <a:t>System.out.println</a:t>
            </a:r>
            <a:r>
              <a:rPr lang="pt-BR" sz="1600" dirty="0"/>
              <a:t>("Encerrando...");</a:t>
            </a:r>
          </a:p>
          <a:p>
            <a:r>
              <a:rPr lang="pt-BR" sz="1600" dirty="0"/>
              <a:t>            break; </a:t>
            </a:r>
          </a:p>
          <a:p>
            <a:r>
              <a:rPr lang="pt-BR" sz="1600" dirty="0"/>
              <a:t>        default:</a:t>
            </a:r>
          </a:p>
          <a:p>
            <a:r>
              <a:rPr lang="pt-BR" sz="1600" dirty="0"/>
              <a:t>            </a:t>
            </a:r>
            <a:r>
              <a:rPr lang="pt-BR" sz="1600" dirty="0" err="1"/>
              <a:t>System.out.println</a:t>
            </a:r>
            <a:r>
              <a:rPr lang="pt-BR" sz="1600" dirty="0"/>
              <a:t>("Opção inválida."); </a:t>
            </a:r>
          </a:p>
          <a:p>
            <a:r>
              <a:rPr lang="pt-BR" sz="1600" dirty="0"/>
              <a:t>    } </a:t>
            </a:r>
          </a:p>
          <a:p>
            <a:r>
              <a:rPr lang="pt-BR" sz="1600" dirty="0"/>
              <a:t>}</a:t>
            </a:r>
            <a:r>
              <a:rPr lang="pt-BR" sz="1600" dirty="0" err="1"/>
              <a:t>while</a:t>
            </a:r>
            <a:r>
              <a:rPr lang="pt-BR" sz="1600" dirty="0"/>
              <a:t>(</a:t>
            </a:r>
            <a:r>
              <a:rPr lang="pt-BR" sz="1600" dirty="0" err="1"/>
              <a:t>opcao</a:t>
            </a:r>
            <a:r>
              <a:rPr lang="pt-BR" sz="1600" dirty="0"/>
              <a:t> != 7);</a:t>
            </a:r>
          </a:p>
          <a:p>
            <a:endParaRPr lang="pt-BR" sz="1600" b="1" dirty="0"/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57F2B5B-F261-07C7-34D9-74EAE92BE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E444038F-B123-D64C-48F9-4397D3565D7C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E444038F-B123-D64C-48F9-4397D3565D7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60CA5B06-098E-CE88-5D47-94B818FB0A38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60CA5B06-098E-CE88-5D47-94B818FB0A3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A4BCE5E6-F9B7-1BFA-B51A-5B3EF7B08AE7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A4BCE5E6-F9B7-1BFA-B51A-5B3EF7B08A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C2B48E20-26D6-8F31-78A5-ED66D587591F}"/>
              </a:ext>
            </a:extLst>
          </p:cNvPr>
          <p:cNvSpPr txBox="1"/>
          <p:nvPr/>
        </p:nvSpPr>
        <p:spPr>
          <a:xfrm>
            <a:off x="2434370" y="56246"/>
            <a:ext cx="81303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Desafios para o projeto Biblioteca</a:t>
            </a:r>
            <a:endParaRPr lang="pt-BR" sz="36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DE7E790-E5E0-A46F-F927-DE4908E9E131}"/>
              </a:ext>
            </a:extLst>
          </p:cNvPr>
          <p:cNvSpPr txBox="1"/>
          <p:nvPr/>
        </p:nvSpPr>
        <p:spPr>
          <a:xfrm>
            <a:off x="3238328" y="937594"/>
            <a:ext cx="3261237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Multa</a:t>
            </a:r>
            <a:endParaRPr lang="pt-BR" dirty="0"/>
          </a:p>
          <a:p>
            <a:r>
              <a:rPr lang="pt-BR" dirty="0"/>
              <a:t>Criar um atributo:</a:t>
            </a:r>
          </a:p>
          <a:p>
            <a:r>
              <a:rPr lang="pt-BR" dirty="0" err="1"/>
              <a:t>diasAtraso</a:t>
            </a:r>
            <a:endParaRPr lang="pt-BR" dirty="0"/>
          </a:p>
          <a:p>
            <a:r>
              <a:rPr lang="pt-BR" dirty="0"/>
              <a:t>Se:</a:t>
            </a:r>
          </a:p>
          <a:p>
            <a:r>
              <a:rPr lang="pt-BR" dirty="0" err="1"/>
              <a:t>diasAtraso</a:t>
            </a:r>
            <a:r>
              <a:rPr lang="pt-BR" dirty="0"/>
              <a:t> &gt; 0</a:t>
            </a:r>
          </a:p>
          <a:p>
            <a:r>
              <a:rPr lang="pt-BR" dirty="0"/>
              <a:t>Calcular:</a:t>
            </a:r>
          </a:p>
          <a:p>
            <a:r>
              <a:rPr lang="pt-BR" dirty="0"/>
              <a:t>multa = </a:t>
            </a:r>
            <a:r>
              <a:rPr lang="pt-BR" dirty="0" err="1"/>
              <a:t>diasAtraso</a:t>
            </a:r>
            <a:r>
              <a:rPr lang="pt-BR" dirty="0"/>
              <a:t> * 2.50;</a:t>
            </a:r>
          </a:p>
          <a:p>
            <a:r>
              <a:rPr lang="pt-BR" dirty="0"/>
              <a:t>Exemplo:</a:t>
            </a:r>
          </a:p>
          <a:p>
            <a:r>
              <a:rPr lang="pt-BR" dirty="0"/>
              <a:t>Dias: 5 </a:t>
            </a:r>
          </a:p>
          <a:p>
            <a:r>
              <a:rPr lang="pt-BR" dirty="0"/>
              <a:t>Multa: R$ 12,50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170BC83-F9BA-42E9-5BD3-CD1C85B9192D}"/>
              </a:ext>
            </a:extLst>
          </p:cNvPr>
          <p:cNvSpPr txBox="1"/>
          <p:nvPr/>
        </p:nvSpPr>
        <p:spPr>
          <a:xfrm>
            <a:off x="6876278" y="937594"/>
            <a:ext cx="3261237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Quantidade Disponível</a:t>
            </a:r>
            <a:endParaRPr lang="pt-BR" dirty="0"/>
          </a:p>
          <a:p>
            <a:r>
              <a:rPr lang="pt-BR" dirty="0"/>
              <a:t>Adicionar ao livro:</a:t>
            </a:r>
          </a:p>
          <a:p>
            <a:r>
              <a:rPr lang="pt-BR" dirty="0" err="1"/>
              <a:t>private</a:t>
            </a:r>
            <a:r>
              <a:rPr lang="pt-BR" dirty="0"/>
              <a:t> </a:t>
            </a:r>
            <a:r>
              <a:rPr lang="pt-BR" dirty="0" err="1"/>
              <a:t>int</a:t>
            </a:r>
            <a:r>
              <a:rPr lang="pt-BR" dirty="0"/>
              <a:t> quantidade;</a:t>
            </a:r>
          </a:p>
          <a:p>
            <a:r>
              <a:rPr lang="pt-BR" dirty="0"/>
              <a:t>Ao emprestar:</a:t>
            </a:r>
          </a:p>
          <a:p>
            <a:r>
              <a:rPr lang="pt-BR" dirty="0"/>
              <a:t>quantidade--;</a:t>
            </a:r>
          </a:p>
          <a:p>
            <a:r>
              <a:rPr lang="pt-BR" dirty="0"/>
              <a:t>Ao devolver:</a:t>
            </a:r>
          </a:p>
          <a:p>
            <a:r>
              <a:rPr lang="pt-BR" dirty="0"/>
              <a:t>quantidade++;</a:t>
            </a:r>
          </a:p>
          <a:p>
            <a:r>
              <a:rPr lang="pt-BR" dirty="0"/>
              <a:t>Não permitir empréstimo quando:</a:t>
            </a:r>
          </a:p>
          <a:p>
            <a:r>
              <a:rPr lang="pt-BR" dirty="0"/>
              <a:t>quantidade == 0</a:t>
            </a:r>
          </a:p>
        </p:txBody>
      </p:sp>
    </p:spTree>
    <p:extLst>
      <p:ext uri="{BB962C8B-B14F-4D97-AF65-F5344CB8AC3E}">
        <p14:creationId xmlns:p14="http://schemas.microsoft.com/office/powerpoint/2010/main" val="3128094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4C78330-DC3C-EF99-E43D-21516C4C9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CA1D5DF1-EA1F-83CE-9FB8-5ECF629B7251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CA1D5DF1-EA1F-83CE-9FB8-5ECF629B725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DB51A8F5-A33B-59A6-8643-0D8594F30879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DB51A8F5-A33B-59A6-8643-0D8594F3087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F77144D6-8804-95C9-CEBD-CDA3E971F326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F77144D6-8804-95C9-CEBD-CDA3E971F32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CaixaDeTexto 7">
            <a:extLst>
              <a:ext uri="{FF2B5EF4-FFF2-40B4-BE49-F238E27FC236}">
                <a16:creationId xmlns:a16="http://schemas.microsoft.com/office/drawing/2014/main" id="{07DFE268-23AF-2D76-6ECE-70605400FC97}"/>
              </a:ext>
            </a:extLst>
          </p:cNvPr>
          <p:cNvSpPr txBox="1"/>
          <p:nvPr/>
        </p:nvSpPr>
        <p:spPr>
          <a:xfrm>
            <a:off x="2339590" y="452618"/>
            <a:ext cx="6963117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2400" b="1" dirty="0"/>
              <a:t>Onde aparecem os conceitos da OOP?</a:t>
            </a:r>
          </a:p>
          <a:p>
            <a:endParaRPr lang="pt-BR" sz="2400" dirty="0"/>
          </a:p>
          <a:p>
            <a:r>
              <a:rPr lang="pt-BR" sz="2400" b="1" dirty="0"/>
              <a:t>Conceito	            Exemplo</a:t>
            </a:r>
          </a:p>
          <a:p>
            <a:r>
              <a:rPr lang="pt-BR" sz="2400" dirty="0"/>
              <a:t>Classe	                 Livro</a:t>
            </a:r>
          </a:p>
          <a:p>
            <a:r>
              <a:rPr lang="pt-BR" sz="2400" dirty="0"/>
              <a:t>Objeto	            new Livro()</a:t>
            </a:r>
          </a:p>
          <a:p>
            <a:r>
              <a:rPr lang="pt-BR" sz="2400" dirty="0"/>
              <a:t>Encapsulamento	  atributos privados</a:t>
            </a:r>
          </a:p>
          <a:p>
            <a:r>
              <a:rPr lang="pt-BR" sz="2400" dirty="0"/>
              <a:t>Herança	            </a:t>
            </a:r>
            <a:r>
              <a:rPr lang="pt-BR" sz="2400" dirty="0" err="1"/>
              <a:t>Usuario</a:t>
            </a:r>
            <a:r>
              <a:rPr lang="pt-BR" sz="2400" dirty="0"/>
              <a:t> </a:t>
            </a:r>
            <a:r>
              <a:rPr lang="pt-BR" sz="2400" dirty="0" err="1"/>
              <a:t>extends</a:t>
            </a:r>
            <a:r>
              <a:rPr lang="pt-BR" sz="2400" dirty="0"/>
              <a:t> Pessoa</a:t>
            </a:r>
          </a:p>
          <a:p>
            <a:r>
              <a:rPr lang="pt-BR" sz="2400" dirty="0"/>
              <a:t>Polimorfismo	       apresentar() sobrescrito</a:t>
            </a:r>
          </a:p>
          <a:p>
            <a:r>
              <a:rPr lang="pt-BR" sz="2400" dirty="0"/>
              <a:t>Métodos	            emprestar()</a:t>
            </a:r>
          </a:p>
          <a:p>
            <a:r>
              <a:rPr lang="pt-BR" sz="2400" dirty="0"/>
              <a:t>Construtores	       Livro(...)</a:t>
            </a:r>
          </a:p>
        </p:txBody>
      </p:sp>
    </p:spTree>
    <p:extLst>
      <p:ext uri="{BB962C8B-B14F-4D97-AF65-F5344CB8AC3E}">
        <p14:creationId xmlns:p14="http://schemas.microsoft.com/office/powerpoint/2010/main" val="4066714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29BAE94-8B3F-0E55-CFF2-DF53B4CA7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6CBC10A-9ECA-22F4-755A-F1D71BC8E605}"/>
              </a:ext>
            </a:extLst>
          </p:cNvPr>
          <p:cNvSpPr txBox="1"/>
          <p:nvPr/>
        </p:nvSpPr>
        <p:spPr>
          <a:xfrm>
            <a:off x="2911657" y="27652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5330AF1-5D96-CEA1-5841-D92E8FEB9C8C}"/>
              </a:ext>
            </a:extLst>
          </p:cNvPr>
          <p:cNvSpPr txBox="1"/>
          <p:nvPr/>
        </p:nvSpPr>
        <p:spPr>
          <a:xfrm>
            <a:off x="685925" y="1166842"/>
            <a:ext cx="10820150" cy="34163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Ao término da aula, o aluno terá desenvolvido um sistema de biblioteca capaz de:</a:t>
            </a:r>
          </a:p>
          <a:p>
            <a:pPr lvl="0"/>
            <a:r>
              <a:rPr lang="pt-BR" dirty="0"/>
              <a:t>✅ Cadastrar autores. </a:t>
            </a:r>
          </a:p>
          <a:p>
            <a:pPr lvl="0"/>
            <a:r>
              <a:rPr lang="pt-BR" dirty="0"/>
              <a:t>✅ Cadastrar livros. </a:t>
            </a:r>
          </a:p>
          <a:p>
            <a:pPr lvl="0"/>
            <a:r>
              <a:rPr lang="pt-BR" dirty="0"/>
              <a:t>✅ Cadastrar usuários. </a:t>
            </a:r>
          </a:p>
          <a:p>
            <a:pPr lvl="0"/>
            <a:r>
              <a:rPr lang="pt-BR" dirty="0"/>
              <a:t>✅ Aplicar encapsulamento em todas as classes. </a:t>
            </a:r>
          </a:p>
          <a:p>
            <a:pPr lvl="0"/>
            <a:r>
              <a:rPr lang="pt-BR" dirty="0"/>
              <a:t>✅ Utilizar herança entre Pessoa, </a:t>
            </a:r>
            <a:r>
              <a:rPr lang="pt-BR" dirty="0" err="1"/>
              <a:t>Usuario</a:t>
            </a:r>
            <a:r>
              <a:rPr lang="pt-BR" dirty="0"/>
              <a:t> e </a:t>
            </a:r>
            <a:r>
              <a:rPr lang="pt-BR" dirty="0" err="1"/>
              <a:t>Bibliotecario</a:t>
            </a:r>
            <a:r>
              <a:rPr lang="pt-BR" dirty="0"/>
              <a:t>. </a:t>
            </a:r>
          </a:p>
          <a:p>
            <a:pPr lvl="0"/>
            <a:r>
              <a:rPr lang="pt-BR" dirty="0"/>
              <a:t>✅ Demonstrar polimorfismo com o método apresentar(). </a:t>
            </a:r>
          </a:p>
          <a:p>
            <a:pPr lvl="0"/>
            <a:r>
              <a:rPr lang="pt-BR" dirty="0"/>
              <a:t>✅ Criar e utilizar construtores. </a:t>
            </a:r>
          </a:p>
          <a:p>
            <a:pPr lvl="0"/>
            <a:r>
              <a:rPr lang="pt-BR" dirty="0"/>
              <a:t>✅ Realizar empréstimos e devoluções. </a:t>
            </a:r>
          </a:p>
          <a:p>
            <a:pPr lvl="0"/>
            <a:r>
              <a:rPr lang="pt-BR" dirty="0"/>
              <a:t>✅ Controlar a disponibilidade e quantidade de livros. </a:t>
            </a:r>
          </a:p>
          <a:p>
            <a:pPr lvl="0"/>
            <a:r>
              <a:rPr lang="pt-BR" dirty="0"/>
              <a:t>✅ Calcular multas por atraso. </a:t>
            </a:r>
          </a:p>
          <a:p>
            <a:pPr lvl="0"/>
            <a:r>
              <a:rPr lang="pt-BR" dirty="0"/>
              <a:t>✅ Navegar pelo sistema através de um menu interativo com Scanner. </a:t>
            </a:r>
          </a:p>
        </p:txBody>
      </p:sp>
    </p:spTree>
    <p:extLst>
      <p:ext uri="{BB962C8B-B14F-4D97-AF65-F5344CB8AC3E}">
        <p14:creationId xmlns:p14="http://schemas.microsoft.com/office/powerpoint/2010/main" val="22060015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2446</TotalTime>
  <Words>1270</Words>
  <Application>Microsoft Office PowerPoint</Application>
  <PresentationFormat>Widescreen</PresentationFormat>
  <Paragraphs>271</Paragraphs>
  <Slides>12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895</cp:revision>
  <dcterms:created xsi:type="dcterms:W3CDTF">2026-03-07T12:30:21Z</dcterms:created>
  <dcterms:modified xsi:type="dcterms:W3CDTF">2026-08-02T12:52:16Z</dcterms:modified>
</cp:coreProperties>
</file>