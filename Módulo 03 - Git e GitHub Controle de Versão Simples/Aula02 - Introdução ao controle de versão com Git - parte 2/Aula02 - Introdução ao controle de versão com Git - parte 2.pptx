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7" r:id="rId8"/>
    <p:sldId id="268" r:id="rId9"/>
    <p:sldId id="271" r:id="rId10"/>
    <p:sldId id="269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9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14/05/2026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?utm_source=chatgpt.co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821482" y="1785611"/>
            <a:ext cx="92955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Criação e gestão de repositórios no GitHub:</a:t>
            </a:r>
          </a:p>
          <a:p>
            <a:r>
              <a:rPr lang="pt-BR" sz="3600" dirty="0">
                <a:hlinkClick r:id="rId2"/>
              </a:rPr>
              <a:t>https://github.com/</a:t>
            </a:r>
            <a:r>
              <a:rPr lang="pt-BR" sz="3600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599354" y="613101"/>
            <a:ext cx="69217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GitHub e Colaboração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009665" y="321544"/>
            <a:ext cx="60975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4"/>
            <a:ext cx="945094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Aprender a criar e gerenciar repositórios no GitHub e usar comandos para sincronizar trabalho local com remoto.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699796" y="43524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/>
              <a:t>O que é GitHub?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É uma plataforma de hospedagem de repositórios </a:t>
            </a:r>
            <a:r>
              <a:rPr lang="pt-BR" sz="3200" dirty="0" err="1"/>
              <a:t>Git</a:t>
            </a:r>
            <a:r>
              <a:rPr lang="pt-BR" sz="3200" dirty="0"/>
              <a:t> de forma remota.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B1372B-FABE-6326-AAE9-FE1684711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7" t="2995" r="1601" b="11018"/>
          <a:stretch>
            <a:fillRect/>
          </a:stretch>
        </p:blipFill>
        <p:spPr>
          <a:xfrm>
            <a:off x="699796" y="2724346"/>
            <a:ext cx="6635974" cy="353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1411736" y="558987"/>
            <a:ext cx="7289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Criação de repositório no GitHub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635155" y="1465300"/>
            <a:ext cx="95732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Passos:</a:t>
            </a:r>
          </a:p>
          <a:p>
            <a:endParaRPr lang="pt-BR" sz="2400" dirty="0"/>
          </a:p>
          <a:p>
            <a:r>
              <a:rPr lang="pt-BR" sz="2400" dirty="0"/>
              <a:t>1)Criar conta e repositório.</a:t>
            </a:r>
          </a:p>
          <a:p>
            <a:endParaRPr lang="pt-BR" sz="2400" dirty="0"/>
          </a:p>
          <a:p>
            <a:r>
              <a:rPr lang="pt-BR" sz="2400" dirty="0"/>
              <a:t>2)Conectar repositório local ao remoto: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remote</a:t>
            </a:r>
            <a:r>
              <a:rPr lang="pt-BR" sz="2400" dirty="0"/>
              <a:t> </a:t>
            </a:r>
            <a:r>
              <a:rPr lang="pt-BR" sz="2400" dirty="0" err="1"/>
              <a:t>add</a:t>
            </a:r>
            <a:r>
              <a:rPr lang="pt-BR" sz="2400" dirty="0"/>
              <a:t> </a:t>
            </a:r>
            <a:r>
              <a:rPr lang="pt-BR" sz="2400" dirty="0" err="1"/>
              <a:t>origin</a:t>
            </a:r>
            <a:r>
              <a:rPr lang="pt-BR" sz="2400" dirty="0"/>
              <a:t> &lt;URL&gt;</a:t>
            </a:r>
          </a:p>
          <a:p>
            <a:r>
              <a:rPr lang="pt-BR" sz="2400" dirty="0"/>
              <a:t>&lt;URL&gt; é o endereço no github.</a:t>
            </a:r>
          </a:p>
          <a:p>
            <a:r>
              <a:rPr lang="pt-BR" sz="2400" dirty="0" err="1"/>
              <a:t>Ex</a:t>
            </a:r>
            <a:r>
              <a:rPr lang="pt-BR" sz="2400" dirty="0"/>
              <a:t>: https://github.com/jameskuehl18/entra21_2026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3BB7-6E15-984E-2B7D-1FD362309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B9F0BFE7-A165-B8AF-C343-2584B7D363F9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Repositórios Públicos ou privados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DB74108-E76C-1C16-464C-523142858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6" y="3188356"/>
            <a:ext cx="7026024" cy="239647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F5F8D21-809A-C266-9BC7-96DAAC558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867" y="1037130"/>
            <a:ext cx="7506748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8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Comandos de sincronização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FC09CC6-59DF-539D-FC12-526AAD74BB09}"/>
              </a:ext>
            </a:extLst>
          </p:cNvPr>
          <p:cNvSpPr txBox="1"/>
          <p:nvPr/>
        </p:nvSpPr>
        <p:spPr>
          <a:xfrm>
            <a:off x="1044018" y="1397675"/>
            <a:ext cx="88729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Enviar alterações: 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push</a:t>
            </a:r>
            <a:r>
              <a:rPr lang="pt-BR" b="1" dirty="0"/>
              <a:t> </a:t>
            </a:r>
            <a:r>
              <a:rPr lang="pt-BR" dirty="0"/>
              <a:t>- O comando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envia </a:t>
            </a:r>
            <a:r>
              <a:rPr lang="pt-BR" dirty="0" err="1"/>
              <a:t>commits</a:t>
            </a:r>
            <a:r>
              <a:rPr lang="pt-BR" dirty="0"/>
              <a:t> do seu computador para um repositório remoto no </a:t>
            </a:r>
            <a:r>
              <a:rPr lang="pt-BR" dirty="0">
                <a:hlinkClick r:id="rId2"/>
              </a:rPr>
              <a:t>GitHub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Atualizar projeto local: </a:t>
            </a:r>
            <a:r>
              <a:rPr lang="pt-BR" b="1" dirty="0" err="1"/>
              <a:t>git</a:t>
            </a:r>
            <a:r>
              <a:rPr lang="pt-BR" b="1" dirty="0"/>
              <a:t> </a:t>
            </a:r>
            <a:r>
              <a:rPr lang="pt-BR" b="1" dirty="0" err="1"/>
              <a:t>pull</a:t>
            </a:r>
            <a:r>
              <a:rPr lang="pt-BR" dirty="0"/>
              <a:t>. </a:t>
            </a:r>
          </a:p>
          <a:p>
            <a:r>
              <a:rPr lang="pt-BR" dirty="0"/>
              <a:t>Seu colega alterou arquivos no GitHub. Você precisa atualizar seu projeto local.</a:t>
            </a:r>
          </a:p>
          <a:p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master</a:t>
            </a:r>
          </a:p>
          <a:p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: baixa </a:t>
            </a:r>
            <a:r>
              <a:rPr lang="pt-BR" dirty="0" err="1"/>
              <a:t>commits</a:t>
            </a:r>
            <a:r>
              <a:rPr lang="pt-BR" dirty="0"/>
              <a:t> novos, atualiza arquivos locais e integra alterações automaticamente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845E865-9CC8-8836-68DB-3B48C29A47C2}"/>
              </a:ext>
            </a:extLst>
          </p:cNvPr>
          <p:cNvSpPr txBox="1"/>
          <p:nvPr/>
        </p:nvSpPr>
        <p:spPr>
          <a:xfrm>
            <a:off x="940324" y="4787476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/>
              <a:t>Boas práticas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352B4AF-CCB1-3FB8-46C6-EA1BF43F92F9}"/>
              </a:ext>
            </a:extLst>
          </p:cNvPr>
          <p:cNvSpPr txBox="1"/>
          <p:nvPr/>
        </p:nvSpPr>
        <p:spPr>
          <a:xfrm>
            <a:off x="1044019" y="5460325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Mensagens de </a:t>
            </a:r>
            <a:r>
              <a:rPr lang="pt-BR" dirty="0" err="1"/>
              <a:t>commit</a:t>
            </a:r>
            <a:r>
              <a:rPr lang="pt-BR" dirty="0"/>
              <a:t> claras.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Uso de </a:t>
            </a:r>
            <a:r>
              <a:rPr lang="pt-BR" dirty="0" err="1"/>
              <a:t>branches</a:t>
            </a:r>
            <a:r>
              <a:rPr lang="pt-BR" dirty="0"/>
              <a:t> para novas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A89A2-2752-2A5B-4C11-FAEE2C367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231F574B-BEFF-8232-0618-1C22340F067D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completo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9C82C6-E772-FDDF-8E6B-BCBA11871B4B}"/>
              </a:ext>
            </a:extLst>
          </p:cNvPr>
          <p:cNvSpPr txBox="1"/>
          <p:nvPr/>
        </p:nvSpPr>
        <p:spPr>
          <a:xfrm>
            <a:off x="974205" y="1039456"/>
            <a:ext cx="819807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br>
              <a:rPr lang="pt-BR" dirty="0"/>
            </a:br>
            <a:br>
              <a:rPr lang="pt-BR" dirty="0"/>
            </a:br>
            <a:r>
              <a:rPr lang="en-US" dirty="0"/>
              <a:t>git remote add origin https://github.com/jameskuehl18/entra21_2026 </a:t>
            </a:r>
          </a:p>
          <a:p>
            <a:endParaRPr lang="en-US" dirty="0"/>
          </a:p>
          <a:p>
            <a:r>
              <a:rPr lang="pt-BR" dirty="0" err="1"/>
              <a:t>echo</a:t>
            </a:r>
            <a:r>
              <a:rPr lang="pt-BR" dirty="0"/>
              <a:t> "Projeto iniciado" &gt; README.md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.</a:t>
            </a:r>
            <a:br>
              <a:rPr lang="pt-BR" dirty="0"/>
            </a:b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"Primeiro </a:t>
            </a:r>
            <a:r>
              <a:rPr lang="pt-BR" dirty="0" err="1"/>
              <a:t>commit</a:t>
            </a:r>
            <a:r>
              <a:rPr lang="pt-BR" dirty="0"/>
              <a:t>"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branch</a:t>
            </a:r>
            <a:r>
              <a:rPr lang="pt-BR" dirty="0"/>
              <a:t> -m master</a:t>
            </a:r>
            <a:br>
              <a:rPr lang="pt-BR" dirty="0"/>
            </a:br>
            <a:br>
              <a:rPr lang="pt-BR" dirty="0"/>
            </a:b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-u </a:t>
            </a:r>
            <a:r>
              <a:rPr lang="pt-BR" dirty="0" err="1"/>
              <a:t>origin</a:t>
            </a:r>
            <a:r>
              <a:rPr lang="pt-BR" dirty="0"/>
              <a:t> master</a:t>
            </a:r>
          </a:p>
          <a:p>
            <a:endParaRPr lang="pt-BR" dirty="0"/>
          </a:p>
          <a:p>
            <a:r>
              <a:rPr lang="pt-BR" dirty="0"/>
              <a:t>Esse fluxo:</a:t>
            </a:r>
          </a:p>
          <a:p>
            <a:r>
              <a:rPr lang="pt-BR" dirty="0"/>
              <a:t>cria repositório local </a:t>
            </a:r>
          </a:p>
          <a:p>
            <a:r>
              <a:rPr lang="pt-BR" dirty="0"/>
              <a:t>conecta ao GitHub </a:t>
            </a:r>
          </a:p>
          <a:p>
            <a:r>
              <a:rPr lang="pt-BR" dirty="0"/>
              <a:t>cria </a:t>
            </a:r>
            <a:r>
              <a:rPr lang="pt-BR" dirty="0" err="1"/>
              <a:t>commit</a:t>
            </a:r>
            <a:r>
              <a:rPr lang="pt-BR" dirty="0"/>
              <a:t> </a:t>
            </a:r>
          </a:p>
          <a:p>
            <a:r>
              <a:rPr lang="pt-BR" dirty="0"/>
              <a:t>envia projeto para o GitHub</a:t>
            </a:r>
          </a:p>
        </p:txBody>
      </p:sp>
    </p:spTree>
    <p:extLst>
      <p:ext uri="{BB962C8B-B14F-4D97-AF65-F5344CB8AC3E}">
        <p14:creationId xmlns:p14="http://schemas.microsoft.com/office/powerpoint/2010/main" val="3773493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FF23-4879-27D1-936B-BC46070A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5B93BDA3-A5DE-7E54-D61F-9D6F8A2DD60D}"/>
              </a:ext>
            </a:extLst>
          </p:cNvPr>
          <p:cNvSpPr txBox="1"/>
          <p:nvPr/>
        </p:nvSpPr>
        <p:spPr>
          <a:xfrm>
            <a:off x="1640263" y="264502"/>
            <a:ext cx="8088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Clone para sua máquina do GITHUB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E4AB05E-B1A9-3586-C574-3CA11C7522B7}"/>
              </a:ext>
            </a:extLst>
          </p:cNvPr>
          <p:cNvSpPr txBox="1"/>
          <p:nvPr/>
        </p:nvSpPr>
        <p:spPr>
          <a:xfrm>
            <a:off x="652450" y="1314768"/>
            <a:ext cx="97830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Escolher ou criar uma pasta e clicar com o botão da direita em “Open </a:t>
            </a:r>
            <a:r>
              <a:rPr lang="pt-BR" sz="2400" dirty="0" err="1"/>
              <a:t>Git</a:t>
            </a:r>
            <a:r>
              <a:rPr lang="pt-BR" sz="2400" dirty="0"/>
              <a:t> </a:t>
            </a:r>
            <a:r>
              <a:rPr lang="pt-BR" sz="2400" dirty="0" err="1"/>
              <a:t>bash</a:t>
            </a:r>
            <a:r>
              <a:rPr lang="pt-BR" sz="2400" dirty="0"/>
              <a:t> </a:t>
            </a:r>
            <a:r>
              <a:rPr lang="pt-BR" sz="2400" dirty="0" err="1"/>
              <a:t>here</a:t>
            </a:r>
            <a:r>
              <a:rPr lang="pt-BR" sz="2400" dirty="0"/>
              <a:t>”</a:t>
            </a:r>
          </a:p>
          <a:p>
            <a:endParaRPr lang="pt-BR" sz="2400" dirty="0"/>
          </a:p>
          <a:p>
            <a:r>
              <a:rPr lang="pt-BR" sz="2400" dirty="0" err="1"/>
              <a:t>git</a:t>
            </a:r>
            <a:r>
              <a:rPr lang="pt-BR" sz="2400" dirty="0"/>
              <a:t> clone https://github.com/jameskuehl18/entra21_2026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CAE46F-993A-948E-5488-ED539569A2C5}"/>
              </a:ext>
            </a:extLst>
          </p:cNvPr>
          <p:cNvSpPr txBox="1"/>
          <p:nvPr/>
        </p:nvSpPr>
        <p:spPr>
          <a:xfrm>
            <a:off x="652450" y="3973573"/>
            <a:ext cx="61038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/>
              <a:t>Colocar arquivo na pasta</a:t>
            </a:r>
          </a:p>
          <a:p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add</a:t>
            </a:r>
            <a:r>
              <a:rPr lang="pt-BR" sz="1800" dirty="0"/>
              <a:t> .</a:t>
            </a:r>
          </a:p>
          <a:p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commit</a:t>
            </a:r>
            <a:r>
              <a:rPr lang="pt-BR" sz="1800" dirty="0"/>
              <a:t> – m “teste”</a:t>
            </a:r>
          </a:p>
          <a:p>
            <a:r>
              <a:rPr lang="en-US" sz="1800" dirty="0"/>
              <a:t>git remote add origin </a:t>
            </a:r>
            <a:r>
              <a:rPr lang="pt-BR" sz="1800" dirty="0"/>
              <a:t>https://github.com/jameskuehl18/entra21_2026</a:t>
            </a:r>
          </a:p>
          <a:p>
            <a:r>
              <a:rPr lang="en-US" sz="1800" dirty="0"/>
              <a:t>git push -u origin master</a:t>
            </a:r>
          </a:p>
          <a:p>
            <a:r>
              <a:rPr lang="pt-BR" sz="1800" dirty="0" err="1"/>
              <a:t>git</a:t>
            </a:r>
            <a:r>
              <a:rPr lang="pt-BR" sz="1800" dirty="0"/>
              <a:t> </a:t>
            </a:r>
            <a:r>
              <a:rPr lang="pt-BR" sz="1800" dirty="0" err="1"/>
              <a:t>push</a:t>
            </a:r>
            <a:r>
              <a:rPr lang="pt-BR" sz="1800" dirty="0"/>
              <a:t> </a:t>
            </a:r>
            <a:r>
              <a:rPr lang="pt-BR" sz="1800" dirty="0" err="1"/>
              <a:t>origin</a:t>
            </a:r>
            <a:r>
              <a:rPr lang="pt-BR" sz="1800" dirty="0"/>
              <a:t> master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DB5619B-56A5-8B61-BC8C-E0986D26D84A}"/>
              </a:ext>
            </a:extLst>
          </p:cNvPr>
          <p:cNvSpPr txBox="1"/>
          <p:nvPr/>
        </p:nvSpPr>
        <p:spPr>
          <a:xfrm>
            <a:off x="1387311" y="3069094"/>
            <a:ext cx="8088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Pasta remota - GITHUB</a:t>
            </a:r>
          </a:p>
        </p:txBody>
      </p:sp>
    </p:spTree>
    <p:extLst>
      <p:ext uri="{BB962C8B-B14F-4D97-AF65-F5344CB8AC3E}">
        <p14:creationId xmlns:p14="http://schemas.microsoft.com/office/powerpoint/2010/main" val="1072641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98C0F-6878-0A46-5127-8C85BB344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25B3B41-7DFB-EB9C-284A-58EEB1FC14E8}"/>
              </a:ext>
            </a:extLst>
          </p:cNvPr>
          <p:cNvSpPr txBox="1"/>
          <p:nvPr/>
        </p:nvSpPr>
        <p:spPr>
          <a:xfrm>
            <a:off x="1593129" y="264502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Exemplo </a:t>
            </a:r>
            <a:r>
              <a:rPr lang="pt-BR" sz="3600" dirty="0" err="1"/>
              <a:t>Git</a:t>
            </a:r>
            <a:r>
              <a:rPr lang="pt-BR" sz="3600" dirty="0"/>
              <a:t> </a:t>
            </a:r>
            <a:r>
              <a:rPr lang="pt-BR" sz="3600" dirty="0" err="1"/>
              <a:t>Pull</a:t>
            </a:r>
            <a:endParaRPr lang="pt-BR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EF6184E-09DB-B468-3429-87CBF9671B14}"/>
              </a:ext>
            </a:extLst>
          </p:cNvPr>
          <p:cNvSpPr txBox="1"/>
          <p:nvPr/>
        </p:nvSpPr>
        <p:spPr>
          <a:xfrm>
            <a:off x="974205" y="1039456"/>
            <a:ext cx="81980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</a:t>
            </a:r>
            <a:r>
              <a:rPr lang="pt-BR" dirty="0" err="1"/>
              <a:t>main</a:t>
            </a:r>
            <a:endParaRPr lang="pt-BR" dirty="0"/>
          </a:p>
          <a:p>
            <a:endParaRPr lang="pt-BR" dirty="0"/>
          </a:p>
          <a:p>
            <a:r>
              <a:rPr lang="pt-BR" b="1" dirty="0"/>
              <a:t>Explicação: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→ baixa e integra as alterações do repositório remoto. </a:t>
            </a:r>
          </a:p>
          <a:p>
            <a:r>
              <a:rPr lang="pt-BR" dirty="0" err="1"/>
              <a:t>origin</a:t>
            </a:r>
            <a:r>
              <a:rPr lang="pt-BR" dirty="0"/>
              <a:t> → nome padrão do repositório remoto. </a:t>
            </a:r>
          </a:p>
          <a:p>
            <a:r>
              <a:rPr lang="pt-BR" dirty="0" err="1"/>
              <a:t>main</a:t>
            </a:r>
            <a:r>
              <a:rPr lang="pt-BR" dirty="0"/>
              <a:t> → </a:t>
            </a:r>
            <a:r>
              <a:rPr lang="pt-BR" dirty="0" err="1"/>
              <a:t>branch</a:t>
            </a:r>
            <a:r>
              <a:rPr lang="pt-BR" dirty="0"/>
              <a:t> que será atualizada.</a:t>
            </a:r>
          </a:p>
          <a:p>
            <a:endParaRPr lang="pt-BR" dirty="0"/>
          </a:p>
          <a:p>
            <a:endParaRPr lang="pt-BR" dirty="0"/>
          </a:p>
          <a:p>
            <a:pPr marL="342900" indent="-342900">
              <a:buAutoNum type="arabicPeriod"/>
            </a:pPr>
            <a:r>
              <a:rPr lang="pt-BR" dirty="0"/>
              <a:t>Verificar em qual </a:t>
            </a:r>
            <a:r>
              <a:rPr lang="pt-BR" dirty="0" err="1"/>
              <a:t>branch</a:t>
            </a:r>
            <a:r>
              <a:rPr lang="pt-BR" dirty="0"/>
              <a:t> você está</a:t>
            </a:r>
          </a:p>
          <a:p>
            <a:r>
              <a:rPr lang="pt-BR" dirty="0" err="1"/>
              <a:t>git</a:t>
            </a:r>
            <a:r>
              <a:rPr lang="pt-BR" dirty="0"/>
              <a:t> Branch</a:t>
            </a:r>
          </a:p>
          <a:p>
            <a:endParaRPr lang="pt-BR" dirty="0"/>
          </a:p>
          <a:p>
            <a:r>
              <a:rPr lang="pt-BR" dirty="0"/>
              <a:t>2. Atualizar sua </a:t>
            </a:r>
            <a:r>
              <a:rPr lang="pt-BR" dirty="0" err="1"/>
              <a:t>branch</a:t>
            </a:r>
            <a:r>
              <a:rPr lang="pt-BR" dirty="0"/>
              <a:t> local</a:t>
            </a: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</a:t>
            </a:r>
            <a:r>
              <a:rPr lang="pt-BR" dirty="0" err="1"/>
              <a:t>main</a:t>
            </a:r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671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804E-A4D4-2E64-28A5-3E5E472A5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E772E73-D0EA-9C05-CF44-44F3DD0200C2}"/>
              </a:ext>
            </a:extLst>
          </p:cNvPr>
          <p:cNvSpPr txBox="1"/>
          <p:nvPr/>
        </p:nvSpPr>
        <p:spPr>
          <a:xfrm>
            <a:off x="1668544" y="372316"/>
            <a:ext cx="7094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Resolvendo conflitos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083931-0DB2-57F6-EBDD-E4B424381226}"/>
              </a:ext>
            </a:extLst>
          </p:cNvPr>
          <p:cNvSpPr txBox="1"/>
          <p:nvPr/>
        </p:nvSpPr>
        <p:spPr>
          <a:xfrm>
            <a:off x="1534213" y="1536174"/>
            <a:ext cx="1003247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git</a:t>
            </a:r>
            <a:r>
              <a:rPr lang="pt-BR" dirty="0"/>
              <a:t> checkout </a:t>
            </a:r>
            <a:r>
              <a:rPr lang="pt-BR" dirty="0" err="1"/>
              <a:t>develop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master</a:t>
            </a:r>
          </a:p>
          <a:p>
            <a:endParaRPr lang="pt-BR" dirty="0"/>
          </a:p>
          <a:p>
            <a:r>
              <a:rPr lang="pt-BR" dirty="0"/>
              <a:t># conflito em arquivo.java</a:t>
            </a:r>
          </a:p>
          <a:p>
            <a:endParaRPr lang="pt-BR" dirty="0"/>
          </a:p>
          <a:p>
            <a:r>
              <a:rPr lang="pt-BR" dirty="0"/>
              <a:t># editar manualmente o arquivo</a:t>
            </a:r>
          </a:p>
          <a:p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arquivo.java</a:t>
            </a:r>
          </a:p>
          <a:p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-m "Resolve conflito arquivo.java"</a:t>
            </a:r>
          </a:p>
          <a:p>
            <a:endParaRPr lang="pt-BR" dirty="0"/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push</a:t>
            </a:r>
            <a:r>
              <a:rPr lang="pt-BR" dirty="0"/>
              <a:t> </a:t>
            </a:r>
            <a:r>
              <a:rPr lang="pt-BR" dirty="0" err="1"/>
              <a:t>origin</a:t>
            </a:r>
            <a:r>
              <a:rPr lang="pt-BR" dirty="0"/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1919117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2198707" y="22920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705808" y="1308151"/>
            <a:ext cx="90833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um repositório no GitHub.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Conectar o repositório local.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Fazer um </a:t>
            </a:r>
            <a:r>
              <a:rPr lang="pt-BR" sz="2400" dirty="0" err="1"/>
              <a:t>push</a:t>
            </a:r>
            <a:r>
              <a:rPr lang="pt-BR" sz="2400" dirty="0"/>
              <a:t> para enviar </a:t>
            </a:r>
            <a:r>
              <a:rPr lang="pt-BR" sz="2400" dirty="0" err="1"/>
              <a:t>commits</a:t>
            </a:r>
            <a:r>
              <a:rPr lang="pt-BR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Simular colaboração com </a:t>
            </a:r>
            <a:r>
              <a:rPr lang="pt-BR" sz="2400" dirty="0" err="1"/>
              <a:t>pull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459170" y="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09305" y="900855"/>
            <a:ext cx="93972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Repositórios no GitHub, e usar comandos para sincronizar</a:t>
            </a:r>
          </a:p>
          <a:p>
            <a:pPr algn="ctr"/>
            <a:r>
              <a:rPr lang="pt-BR" sz="2400" dirty="0"/>
              <a:t> trabalho local com remoto.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404</TotalTime>
  <Words>467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118</cp:revision>
  <dcterms:created xsi:type="dcterms:W3CDTF">2026-03-07T12:30:21Z</dcterms:created>
  <dcterms:modified xsi:type="dcterms:W3CDTF">2026-05-14T14:22:26Z</dcterms:modified>
</cp:coreProperties>
</file>