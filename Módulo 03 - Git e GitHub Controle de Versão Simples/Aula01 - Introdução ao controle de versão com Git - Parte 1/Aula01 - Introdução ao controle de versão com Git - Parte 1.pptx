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5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A533-ADC0-0B89-8D1C-FB64D5EF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90CE41-1AFC-BC77-261C-4E3515DDA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16AF4A-8B6C-A06C-DAE7-1DB1995FB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61BD85-FE86-AD63-6EF4-EB1A7908E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026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D525-45FC-7CCC-E08C-F85FE6C4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4693ED-8E13-0E13-A78A-45A17A3DF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43DD27-187F-7344-444B-D3C5F0096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759585-B494-E26F-4CA2-28B19E84A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98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ames.silva@email.com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999241" y="1771037"/>
            <a:ext cx="82201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Aula1 - Introdução ao controle de versão com </a:t>
            </a:r>
            <a:r>
              <a:rPr lang="pt-BR" sz="2400" dirty="0" err="1"/>
              <a:t>Git</a:t>
            </a:r>
            <a:r>
              <a:rPr lang="pt-BR" sz="2400" dirty="0"/>
              <a:t>(Comandos básicos: </a:t>
            </a:r>
            <a:r>
              <a:rPr lang="pt-BR" sz="2400" dirty="0" err="1"/>
              <a:t>commit</a:t>
            </a:r>
            <a:r>
              <a:rPr lang="pt-BR" sz="2400" dirty="0"/>
              <a:t>, </a:t>
            </a:r>
            <a:r>
              <a:rPr lang="pt-BR" sz="2400" dirty="0" err="1"/>
              <a:t>push</a:t>
            </a:r>
            <a:r>
              <a:rPr lang="pt-BR" sz="2400" dirty="0"/>
              <a:t>, </a:t>
            </a:r>
            <a:r>
              <a:rPr lang="pt-BR" sz="2400" dirty="0" err="1"/>
              <a:t>pull</a:t>
            </a:r>
            <a:r>
              <a:rPr lang="pt-BR" sz="2400" dirty="0"/>
              <a:t>) </a:t>
            </a:r>
          </a:p>
          <a:p>
            <a:r>
              <a:rPr lang="pt-BR" sz="2400" dirty="0"/>
              <a:t>Aula 2 - Criação e gestão de repositórios no GitHub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697583" y="716796"/>
            <a:ext cx="9125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 err="1"/>
              <a:t>Git</a:t>
            </a:r>
            <a:r>
              <a:rPr lang="pt-BR" sz="3600" dirty="0"/>
              <a:t> e GitHub: Controle de Versão Simples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9064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o que é controle de versão, instalar e configurar o </a:t>
            </a:r>
            <a:r>
              <a:rPr lang="pt-BR" sz="2400" dirty="0" err="1"/>
              <a:t>Git</a:t>
            </a:r>
            <a:r>
              <a:rPr lang="pt-BR" sz="2400" dirty="0"/>
              <a:t>, e realizar os primeiros comandos básicos.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699796" y="43524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 que é controle de versão?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Problema</a:t>
            </a:r>
            <a:r>
              <a:rPr lang="pt-BR" sz="2400" dirty="0"/>
              <a:t>: trabalhar em arquivos sem histórico.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Solução</a:t>
            </a:r>
            <a:r>
              <a:rPr lang="pt-BR" sz="2400" dirty="0"/>
              <a:t>: </a:t>
            </a:r>
            <a:r>
              <a:rPr lang="pt-BR" sz="2400" dirty="0" err="1"/>
              <a:t>Git</a:t>
            </a:r>
            <a:r>
              <a:rPr lang="pt-BR" sz="2400" dirty="0"/>
              <a:t> como sistema distribuído de controle de versão.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666260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Instalação e configuração do </a:t>
            </a:r>
            <a:r>
              <a:rPr lang="pt-BR" sz="3600" dirty="0" err="1"/>
              <a:t>Git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569168" y="2153456"/>
            <a:ext cx="9573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Instalar </a:t>
            </a:r>
            <a:r>
              <a:rPr lang="pt-BR" sz="2400" dirty="0" err="1"/>
              <a:t>Git</a:t>
            </a:r>
            <a:r>
              <a:rPr lang="pt-BR" sz="2400" dirty="0"/>
              <a:t> no Windows. </a:t>
            </a:r>
            <a:r>
              <a:rPr lang="pt-BR" sz="2400" dirty="0">
                <a:hlinkClick r:id="rId2"/>
              </a:rPr>
              <a:t>https://git-scm.com</a:t>
            </a:r>
            <a:r>
              <a:rPr lang="pt-BR" sz="2400" dirty="0"/>
              <a:t> </a:t>
            </a:r>
          </a:p>
          <a:p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Configuração inicial: </a:t>
            </a:r>
          </a:p>
          <a:p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config</a:t>
            </a:r>
            <a:r>
              <a:rPr lang="pt-BR" sz="2400" dirty="0"/>
              <a:t> --global user.name </a:t>
            </a:r>
          </a:p>
          <a:p>
            <a:r>
              <a:rPr lang="pt-BR" sz="2400" dirty="0"/>
              <a:t>(Define o </a:t>
            </a:r>
            <a:r>
              <a:rPr lang="pt-BR" sz="2400" b="1" dirty="0"/>
              <a:t>nome do autor</a:t>
            </a:r>
            <a:r>
              <a:rPr lang="pt-BR" sz="2400" dirty="0"/>
              <a:t> que aparecerá nos </a:t>
            </a:r>
            <a:r>
              <a:rPr lang="pt-BR" sz="2400" dirty="0" err="1"/>
              <a:t>commits</a:t>
            </a:r>
            <a:r>
              <a:rPr lang="pt-BR" sz="2400" dirty="0"/>
              <a:t>.)</a:t>
            </a:r>
          </a:p>
          <a:p>
            <a:r>
              <a:rPr lang="pt-BR" sz="2400" dirty="0" err="1"/>
              <a:t>Ex</a:t>
            </a:r>
            <a:r>
              <a:rPr lang="pt-BR" sz="2400" dirty="0"/>
              <a:t>: </a:t>
            </a:r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config</a:t>
            </a:r>
            <a:r>
              <a:rPr lang="pt-BR" sz="2400" dirty="0"/>
              <a:t> --global user.name "James Silva"</a:t>
            </a:r>
          </a:p>
          <a:p>
            <a:endParaRPr lang="pt-BR" sz="2400" dirty="0"/>
          </a:p>
          <a:p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config</a:t>
            </a:r>
            <a:r>
              <a:rPr lang="pt-BR" sz="2400" dirty="0"/>
              <a:t> --global </a:t>
            </a:r>
            <a:r>
              <a:rPr lang="pt-BR" sz="2400" dirty="0" err="1"/>
              <a:t>user.email</a:t>
            </a:r>
            <a:endParaRPr lang="pt-BR" sz="2400" dirty="0"/>
          </a:p>
          <a:p>
            <a:r>
              <a:rPr lang="pt-BR" sz="2400" dirty="0"/>
              <a:t>(Define o </a:t>
            </a:r>
            <a:r>
              <a:rPr lang="pt-BR" sz="2400" b="1" dirty="0"/>
              <a:t>e-mail do autor</a:t>
            </a:r>
            <a:r>
              <a:rPr lang="pt-BR" sz="2400" dirty="0"/>
              <a:t> que aparecerá nos </a:t>
            </a:r>
            <a:r>
              <a:rPr lang="pt-BR" sz="2400" dirty="0" err="1"/>
              <a:t>commits</a:t>
            </a:r>
            <a:r>
              <a:rPr lang="pt-BR" sz="2400" dirty="0"/>
              <a:t>.)</a:t>
            </a:r>
          </a:p>
          <a:p>
            <a:r>
              <a:rPr lang="pt-BR" sz="2400" dirty="0" err="1"/>
              <a:t>Ex</a:t>
            </a:r>
            <a:r>
              <a:rPr lang="pt-BR" sz="2400" dirty="0"/>
              <a:t>: </a:t>
            </a:r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config</a:t>
            </a:r>
            <a:r>
              <a:rPr lang="pt-BR" sz="2400" dirty="0"/>
              <a:t> --global </a:t>
            </a:r>
            <a:r>
              <a:rPr lang="pt-BR" sz="2400" dirty="0" err="1"/>
              <a:t>user.email</a:t>
            </a:r>
            <a:r>
              <a:rPr lang="pt-BR" sz="2400" dirty="0"/>
              <a:t> </a:t>
            </a:r>
            <a:r>
              <a:rPr lang="pt-BR" sz="2400" dirty="0">
                <a:hlinkClick r:id="rId3"/>
              </a:rPr>
              <a:t>james.silva@email.com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OBS: Todo </a:t>
            </a:r>
            <a:r>
              <a:rPr lang="pt-BR" sz="2400" dirty="0" err="1"/>
              <a:t>commit</a:t>
            </a:r>
            <a:r>
              <a:rPr lang="pt-BR" sz="2400" dirty="0"/>
              <a:t> feito terá autor e </a:t>
            </a:r>
            <a:r>
              <a:rPr lang="pt-BR" sz="2400" dirty="0" err="1"/>
              <a:t>email</a:t>
            </a: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59D218-5669-61E5-30D7-DE2C5BAF4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363" y="1195891"/>
            <a:ext cx="4808637" cy="20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35B0-28F7-B14D-3F97-877FFCC9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6DBC8B5-5A31-4698-87F7-BC2126BAFA63}"/>
              </a:ext>
            </a:extLst>
          </p:cNvPr>
          <p:cNvSpPr txBox="1"/>
          <p:nvPr/>
        </p:nvSpPr>
        <p:spPr>
          <a:xfrm>
            <a:off x="1574468" y="0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Fluxo básico de trabalho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BE2DDB-FCD8-DF87-0F6B-65E24B98A5E4}"/>
              </a:ext>
            </a:extLst>
          </p:cNvPr>
          <p:cNvSpPr txBox="1"/>
          <p:nvPr/>
        </p:nvSpPr>
        <p:spPr>
          <a:xfrm>
            <a:off x="638111" y="646331"/>
            <a:ext cx="8030868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/>
              <a:t>1)Criar uma pasta para o projeto</a:t>
            </a:r>
          </a:p>
          <a:p>
            <a:r>
              <a:rPr lang="pt-BR" sz="1700" dirty="0" err="1"/>
              <a:t>mkdir</a:t>
            </a:r>
            <a:r>
              <a:rPr lang="pt-BR" sz="1700" dirty="0"/>
              <a:t> meu-projeto</a:t>
            </a:r>
          </a:p>
          <a:p>
            <a:r>
              <a:rPr lang="pt-BR" sz="1700" dirty="0" err="1"/>
              <a:t>cd</a:t>
            </a:r>
            <a:r>
              <a:rPr lang="pt-BR" sz="1700" dirty="0"/>
              <a:t> meu-projeto</a:t>
            </a:r>
          </a:p>
          <a:p>
            <a:r>
              <a:rPr lang="pt-BR" sz="1700" b="1" dirty="0"/>
              <a:t>2)Inicializar o repositório </a:t>
            </a:r>
            <a:r>
              <a:rPr lang="pt-BR" sz="1700" b="1" dirty="0" err="1"/>
              <a:t>Git</a:t>
            </a:r>
            <a:endParaRPr lang="pt-BR" sz="1700" b="1" dirty="0"/>
          </a:p>
          <a:p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init</a:t>
            </a:r>
            <a:endParaRPr lang="pt-BR" sz="1700" dirty="0"/>
          </a:p>
          <a:p>
            <a:r>
              <a:rPr lang="pt-BR" sz="1700" dirty="0"/>
              <a:t>Isso cria uma subpasta oculta chamada .</a:t>
            </a:r>
            <a:r>
              <a:rPr lang="pt-BR" sz="1700" dirty="0" err="1"/>
              <a:t>git</a:t>
            </a:r>
            <a:r>
              <a:rPr lang="pt-BR" sz="1700" dirty="0"/>
              <a:t>, onde o </a:t>
            </a:r>
            <a:r>
              <a:rPr lang="pt-BR" sz="1700" dirty="0" err="1"/>
              <a:t>Git</a:t>
            </a:r>
            <a:r>
              <a:rPr lang="pt-BR" sz="1700" dirty="0"/>
              <a:t> guarda todo o histórico e metadados do repositório.</a:t>
            </a:r>
          </a:p>
          <a:p>
            <a:r>
              <a:rPr lang="pt-BR" sz="1700" b="1" dirty="0"/>
              <a:t>3) Adicionar arquivos ao controle de versão</a:t>
            </a:r>
          </a:p>
          <a:p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add</a:t>
            </a:r>
            <a:r>
              <a:rPr lang="pt-BR" sz="1700" dirty="0"/>
              <a:t> arquivo.txt ou </a:t>
            </a:r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add</a:t>
            </a:r>
            <a:r>
              <a:rPr lang="pt-BR" sz="1700" dirty="0"/>
              <a:t> .</a:t>
            </a:r>
          </a:p>
          <a:p>
            <a:r>
              <a:rPr lang="pt-BR" sz="1700" b="1" dirty="0"/>
              <a:t>4) </a:t>
            </a:r>
            <a:r>
              <a:rPr lang="pt-BR" sz="1700" b="1" dirty="0" err="1"/>
              <a:t>git</a:t>
            </a:r>
            <a:r>
              <a:rPr lang="pt-BR" sz="1700" b="1" dirty="0"/>
              <a:t> Status – </a:t>
            </a:r>
            <a:r>
              <a:rPr lang="pt-BR" sz="1700" dirty="0"/>
              <a:t>Verificar o status do arquivo</a:t>
            </a:r>
          </a:p>
          <a:p>
            <a:r>
              <a:rPr lang="pt-BR" sz="1700" b="1" dirty="0"/>
              <a:t>5) Registrar a primeira versão (</a:t>
            </a:r>
            <a:r>
              <a:rPr lang="pt-BR" sz="1700" b="1" dirty="0" err="1"/>
              <a:t>commit</a:t>
            </a:r>
            <a:r>
              <a:rPr lang="pt-BR" sz="1700" b="1" dirty="0"/>
              <a:t>)</a:t>
            </a:r>
          </a:p>
          <a:p>
            <a:r>
              <a:rPr lang="en-US" sz="1700" dirty="0"/>
              <a:t>git commit -m "Primeiro commit“</a:t>
            </a:r>
          </a:p>
          <a:p>
            <a:r>
              <a:rPr lang="en-US" sz="1700" b="1" dirty="0"/>
              <a:t>6) git log </a:t>
            </a:r>
            <a:r>
              <a:rPr lang="en-US" sz="1700" dirty="0"/>
              <a:t>– </a:t>
            </a:r>
            <a:r>
              <a:rPr lang="en-US" sz="1700" dirty="0" err="1"/>
              <a:t>Verificar</a:t>
            </a:r>
            <a:r>
              <a:rPr lang="en-US" sz="1700" dirty="0"/>
              <a:t> log de </a:t>
            </a:r>
            <a:r>
              <a:rPr lang="en-US" sz="1700" dirty="0" err="1"/>
              <a:t>alterações</a:t>
            </a:r>
            <a:endParaRPr lang="en-US" sz="1700" dirty="0"/>
          </a:p>
          <a:p>
            <a:r>
              <a:rPr lang="pt-BR" sz="1700" b="1" dirty="0"/>
              <a:t>7) </a:t>
            </a:r>
            <a:r>
              <a:rPr lang="pt-BR" sz="1700" b="1" dirty="0" err="1"/>
              <a:t>git</a:t>
            </a:r>
            <a:r>
              <a:rPr lang="pt-BR" sz="1700" b="1" dirty="0"/>
              <a:t> checkout - </a:t>
            </a:r>
            <a:r>
              <a:rPr lang="pt-BR" sz="1700" dirty="0"/>
              <a:t>trocar de Branch, restaurar arquivos e acessar </a:t>
            </a:r>
            <a:r>
              <a:rPr lang="pt-BR" sz="1700" dirty="0" err="1"/>
              <a:t>commits</a:t>
            </a:r>
            <a:r>
              <a:rPr lang="pt-BR" sz="1700" dirty="0"/>
              <a:t> antigos</a:t>
            </a:r>
          </a:p>
          <a:p>
            <a:r>
              <a:rPr lang="pt-BR" sz="1700" dirty="0" err="1"/>
              <a:t>git</a:t>
            </a:r>
            <a:r>
              <a:rPr lang="pt-BR" sz="1700" dirty="0"/>
              <a:t> checkout -b </a:t>
            </a:r>
            <a:r>
              <a:rPr lang="pt-BR" sz="1700" dirty="0" err="1"/>
              <a:t>develop</a:t>
            </a:r>
            <a:r>
              <a:rPr lang="pt-BR" sz="1700" dirty="0"/>
              <a:t> </a:t>
            </a:r>
            <a:r>
              <a:rPr lang="pt-BR" sz="1700" dirty="0">
                <a:sym typeface="Wingdings" panose="05000000000000000000" pitchFamily="2" charset="2"/>
              </a:rPr>
              <a:t></a:t>
            </a:r>
            <a:r>
              <a:rPr lang="pt-BR" sz="1700" dirty="0"/>
              <a:t> Cria, </a:t>
            </a:r>
            <a:r>
              <a:rPr lang="pt-BR" sz="1700" dirty="0" err="1"/>
              <a:t>git</a:t>
            </a:r>
            <a:r>
              <a:rPr lang="pt-BR" sz="1700" dirty="0"/>
              <a:t> checkout master </a:t>
            </a:r>
            <a:r>
              <a:rPr lang="pt-BR" sz="1700" dirty="0">
                <a:sym typeface="Wingdings" panose="05000000000000000000" pitchFamily="2" charset="2"/>
              </a:rPr>
              <a:t> Usa a </a:t>
            </a:r>
            <a:r>
              <a:rPr lang="pt-BR" sz="1700" dirty="0" err="1">
                <a:sym typeface="Wingdings" panose="05000000000000000000" pitchFamily="2" charset="2"/>
              </a:rPr>
              <a:t>branch</a:t>
            </a:r>
            <a:r>
              <a:rPr lang="pt-BR" sz="1700" dirty="0"/>
              <a:t>, </a:t>
            </a:r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branch</a:t>
            </a:r>
            <a:r>
              <a:rPr lang="pt-BR" sz="1700" dirty="0"/>
              <a:t> -d </a:t>
            </a:r>
            <a:r>
              <a:rPr lang="pt-BR" sz="1700" dirty="0" err="1"/>
              <a:t>develop</a:t>
            </a:r>
            <a:r>
              <a:rPr lang="pt-BR" sz="1700" dirty="0"/>
              <a:t> </a:t>
            </a:r>
            <a:r>
              <a:rPr lang="pt-BR" sz="1700" dirty="0">
                <a:sym typeface="Wingdings" panose="05000000000000000000" pitchFamily="2" charset="2"/>
              </a:rPr>
              <a:t> Exclui</a:t>
            </a:r>
            <a:r>
              <a:rPr lang="pt-BR" sz="1700" dirty="0"/>
              <a:t>), </a:t>
            </a:r>
            <a:r>
              <a:rPr lang="pt-BR" sz="1700" dirty="0" err="1"/>
              <a:t>git</a:t>
            </a:r>
            <a:r>
              <a:rPr lang="pt-BR" sz="1700" dirty="0"/>
              <a:t> switch </a:t>
            </a:r>
            <a:r>
              <a:rPr lang="pt-BR" sz="1700" dirty="0" err="1"/>
              <a:t>develop</a:t>
            </a:r>
            <a:r>
              <a:rPr lang="pt-BR" sz="1700" dirty="0"/>
              <a:t> </a:t>
            </a:r>
            <a:r>
              <a:rPr lang="pt-BR" sz="1700" dirty="0">
                <a:sym typeface="Wingdings" panose="05000000000000000000" pitchFamily="2" charset="2"/>
              </a:rPr>
              <a:t> Troca, </a:t>
            </a:r>
          </a:p>
          <a:p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restore</a:t>
            </a:r>
            <a:r>
              <a:rPr lang="pt-BR" sz="1700" dirty="0"/>
              <a:t> arquivo.txt </a:t>
            </a:r>
            <a:r>
              <a:rPr lang="pt-BR" sz="1700" dirty="0">
                <a:sym typeface="Wingdings" panose="05000000000000000000" pitchFamily="2" charset="2"/>
              </a:rPr>
              <a:t> Restaura e </a:t>
            </a:r>
            <a:r>
              <a:rPr lang="pt-BR" sz="1700" dirty="0" err="1"/>
              <a:t>git</a:t>
            </a:r>
            <a:r>
              <a:rPr lang="pt-BR" sz="1700" dirty="0"/>
              <a:t> Branch  </a:t>
            </a:r>
            <a:r>
              <a:rPr lang="pt-BR" sz="1700" dirty="0">
                <a:sym typeface="Wingdings" panose="05000000000000000000" pitchFamily="2" charset="2"/>
              </a:rPr>
              <a:t>Exibe Branch existentes</a:t>
            </a:r>
            <a:endParaRPr lang="pt-BR" sz="1700" dirty="0"/>
          </a:p>
          <a:p>
            <a:r>
              <a:rPr lang="pt-BR" sz="1700" b="1" dirty="0"/>
              <a:t>8) </a:t>
            </a:r>
            <a:r>
              <a:rPr lang="pt-BR" sz="1700" b="1" dirty="0" err="1"/>
              <a:t>git</a:t>
            </a:r>
            <a:r>
              <a:rPr lang="pt-BR" sz="1700" b="1" dirty="0"/>
              <a:t> </a:t>
            </a:r>
            <a:r>
              <a:rPr lang="pt-BR" sz="1700" b="1" dirty="0" err="1"/>
              <a:t>revert</a:t>
            </a:r>
            <a:r>
              <a:rPr lang="pt-BR" sz="1700" b="1" dirty="0"/>
              <a:t> </a:t>
            </a:r>
            <a:r>
              <a:rPr lang="pt-BR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git revert HASH_DO_COMMIT</a:t>
            </a:r>
          </a:p>
          <a:p>
            <a:r>
              <a:rPr lang="en-US" sz="1700" dirty="0"/>
              <a:t>(</a:t>
            </a:r>
            <a:r>
              <a:rPr lang="pt-BR" sz="1700" dirty="0"/>
              <a:t>desfazer um </a:t>
            </a:r>
            <a:r>
              <a:rPr lang="pt-BR" sz="1700" dirty="0" err="1"/>
              <a:t>commit</a:t>
            </a:r>
            <a:r>
              <a:rPr lang="pt-BR" sz="1700" dirty="0"/>
              <a:t> sem apagar o histórico – o </a:t>
            </a:r>
            <a:r>
              <a:rPr lang="pt-BR" sz="1700" dirty="0" err="1"/>
              <a:t>hash</a:t>
            </a:r>
            <a:r>
              <a:rPr lang="pt-BR" sz="1700" dirty="0"/>
              <a:t> ocorre no momento do </a:t>
            </a:r>
            <a:r>
              <a:rPr lang="pt-BR" sz="1700" dirty="0" err="1"/>
              <a:t>commit</a:t>
            </a:r>
            <a:r>
              <a:rPr lang="pt-BR" sz="1700" dirty="0"/>
              <a:t>) – Utiliza-se </a:t>
            </a:r>
            <a:r>
              <a:rPr lang="pt-BR" sz="1700" dirty="0" err="1"/>
              <a:t>git</a:t>
            </a:r>
            <a:r>
              <a:rPr lang="pt-BR" sz="1700" dirty="0"/>
              <a:t> log para descobrir</a:t>
            </a:r>
          </a:p>
          <a:p>
            <a:r>
              <a:rPr lang="pt-BR" sz="1700" b="1" dirty="0"/>
              <a:t>9)</a:t>
            </a:r>
            <a:r>
              <a:rPr lang="en-US" sz="1700" b="1" dirty="0"/>
              <a:t> </a:t>
            </a:r>
            <a:r>
              <a:rPr lang="en-US" sz="1700" dirty="0"/>
              <a:t>git restore --staged arquivo.txt </a:t>
            </a: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pt-BR" sz="1700" dirty="0"/>
              <a:t>Apenas remove ele da área de preparação do </a:t>
            </a:r>
            <a:r>
              <a:rPr lang="pt-BR" sz="1700" dirty="0" err="1"/>
              <a:t>Git</a:t>
            </a:r>
            <a:r>
              <a:rPr lang="pt-BR" sz="1700" dirty="0"/>
              <a:t> (“</a:t>
            </a:r>
            <a:r>
              <a:rPr lang="pt-BR" sz="1700" dirty="0" err="1"/>
              <a:t>staged</a:t>
            </a:r>
            <a:r>
              <a:rPr lang="pt-BR" sz="1700" dirty="0"/>
              <a:t>”) e </a:t>
            </a:r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restore</a:t>
            </a:r>
            <a:r>
              <a:rPr lang="pt-BR" sz="1700" dirty="0"/>
              <a:t> arquivo.txt - Volta condição original</a:t>
            </a:r>
          </a:p>
          <a:p>
            <a:r>
              <a:rPr lang="pt-BR" sz="1700" b="1" dirty="0"/>
              <a:t>10</a:t>
            </a:r>
            <a:r>
              <a:rPr lang="pt-BR" sz="1700" dirty="0"/>
              <a:t>)</a:t>
            </a:r>
            <a:r>
              <a:rPr lang="pt-BR" sz="1700" dirty="0" err="1"/>
              <a:t>git</a:t>
            </a:r>
            <a:r>
              <a:rPr lang="pt-BR" sz="1700" dirty="0"/>
              <a:t> </a:t>
            </a:r>
            <a:r>
              <a:rPr lang="pt-BR" sz="1700" dirty="0" err="1"/>
              <a:t>rm</a:t>
            </a:r>
            <a:r>
              <a:rPr lang="pt-BR" sz="1700" dirty="0"/>
              <a:t> arquivo.txt </a:t>
            </a:r>
            <a:r>
              <a:rPr lang="pt-BR" sz="1700" dirty="0">
                <a:sym typeface="Wingdings" panose="05000000000000000000" pitchFamily="2" charset="2"/>
              </a:rPr>
              <a:t> Exclui arquivo</a:t>
            </a:r>
            <a:endParaRPr lang="pt-BR" sz="17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C49DF43-9FAB-2F58-9B6E-B8C78625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71"/>
          <a:stretch>
            <a:fillRect/>
          </a:stretch>
        </p:blipFill>
        <p:spPr>
          <a:xfrm>
            <a:off x="8889903" y="1932495"/>
            <a:ext cx="3165480" cy="438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2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A9CB8-599C-EE33-8C1A-3ADCA033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7E8F022-8CCB-5077-1A47-71AD6244727D}"/>
              </a:ext>
            </a:extLst>
          </p:cNvPr>
          <p:cNvSpPr txBox="1"/>
          <p:nvPr/>
        </p:nvSpPr>
        <p:spPr>
          <a:xfrm>
            <a:off x="709128" y="105013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Exemplo completo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CF3EE2-1E80-43C0-805A-E95DE2ED92D7}"/>
              </a:ext>
            </a:extLst>
          </p:cNvPr>
          <p:cNvSpPr txBox="1"/>
          <p:nvPr/>
        </p:nvSpPr>
        <p:spPr>
          <a:xfrm>
            <a:off x="709128" y="751344"/>
            <a:ext cx="687592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"Primeiro </a:t>
            </a:r>
            <a:r>
              <a:rPr lang="pt-BR" dirty="0" err="1"/>
              <a:t>commit</a:t>
            </a:r>
            <a:r>
              <a:rPr lang="pt-BR" dirty="0"/>
              <a:t>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checkout -b nova-feature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 err="1"/>
              <a:t>echo</a:t>
            </a:r>
            <a:r>
              <a:rPr lang="pt-BR" dirty="0"/>
              <a:t> "teste" &gt; arquivo.txt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"Nova funcionalidade"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checkout master</a:t>
            </a:r>
          </a:p>
          <a:p>
            <a:endParaRPr lang="pt-BR" dirty="0"/>
          </a:p>
          <a:p>
            <a:r>
              <a:rPr lang="pt-BR" dirty="0"/>
              <a:t>Nesse exemplo:</a:t>
            </a:r>
          </a:p>
          <a:p>
            <a:r>
              <a:rPr lang="pt-BR" dirty="0"/>
              <a:t>cria um repositório </a:t>
            </a:r>
          </a:p>
          <a:p>
            <a:r>
              <a:rPr lang="pt-BR" dirty="0"/>
              <a:t>cria uma </a:t>
            </a:r>
            <a:r>
              <a:rPr lang="pt-BR" dirty="0" err="1"/>
              <a:t>branch</a:t>
            </a:r>
            <a:r>
              <a:rPr lang="pt-BR" dirty="0"/>
              <a:t> </a:t>
            </a:r>
          </a:p>
          <a:p>
            <a:r>
              <a:rPr lang="pt-BR" dirty="0"/>
              <a:t>faz alterações </a:t>
            </a:r>
          </a:p>
          <a:p>
            <a:r>
              <a:rPr lang="pt-BR" dirty="0"/>
              <a:t>volta para a </a:t>
            </a:r>
            <a:r>
              <a:rPr lang="pt-BR" dirty="0" err="1"/>
              <a:t>branch</a:t>
            </a:r>
            <a:r>
              <a:rPr lang="pt-BR" dirty="0"/>
              <a:t> principal (master)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888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875531"/>
            <a:ext cx="90833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Criar uma pasta de projeto.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Inicializar um repositório </a:t>
            </a:r>
            <a:r>
              <a:rPr lang="pt-BR" sz="1600" dirty="0" err="1"/>
              <a:t>Git</a:t>
            </a:r>
            <a:r>
              <a:rPr lang="pt-B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Fazer alterações em um arquivo e registrar com </a:t>
            </a:r>
            <a:r>
              <a:rPr lang="pt-BR" sz="1600" dirty="0" err="1"/>
              <a:t>commit</a:t>
            </a:r>
            <a:r>
              <a:rPr lang="pt-BR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Explorar o histórico com </a:t>
            </a:r>
            <a:r>
              <a:rPr lang="pt-BR" sz="1600" dirty="0" err="1"/>
              <a:t>git</a:t>
            </a:r>
            <a:r>
              <a:rPr lang="pt-BR" sz="1600" dirty="0"/>
              <a:t> log.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05743" y="1104291"/>
            <a:ext cx="957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Controle de versão com </a:t>
            </a:r>
            <a:r>
              <a:rPr lang="pt-BR" sz="2400" dirty="0" err="1"/>
              <a:t>Git</a:t>
            </a:r>
            <a:r>
              <a:rPr lang="pt-BR" sz="2400" dirty="0"/>
              <a:t> </a:t>
            </a:r>
          </a:p>
          <a:p>
            <a:pPr algn="ctr"/>
            <a:r>
              <a:rPr lang="pt-BR" sz="2400" dirty="0"/>
              <a:t>Comandos básicos: </a:t>
            </a:r>
            <a:r>
              <a:rPr lang="pt-BR" sz="2400" dirty="0" err="1"/>
              <a:t>commit</a:t>
            </a:r>
            <a:r>
              <a:rPr lang="pt-BR" sz="2400" dirty="0"/>
              <a:t>, </a:t>
            </a:r>
            <a:r>
              <a:rPr lang="pt-BR" sz="2400" dirty="0" err="1"/>
              <a:t>push</a:t>
            </a:r>
            <a:r>
              <a:rPr lang="pt-BR" sz="2400" dirty="0"/>
              <a:t>, </a:t>
            </a:r>
            <a:r>
              <a:rPr lang="pt-BR" sz="2400" dirty="0" err="1"/>
              <a:t>pull</a:t>
            </a: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F70646-5FE7-E38A-B8EA-21611288D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371" y="1935288"/>
            <a:ext cx="7966383" cy="470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568</TotalTime>
  <Words>518</Words>
  <Application>Microsoft Office PowerPoint</Application>
  <PresentationFormat>Widescreen</PresentationFormat>
  <Paragraphs>74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91</cp:revision>
  <dcterms:created xsi:type="dcterms:W3CDTF">2026-03-07T12:30:21Z</dcterms:created>
  <dcterms:modified xsi:type="dcterms:W3CDTF">2026-05-12T18:32:05Z</dcterms:modified>
</cp:coreProperties>
</file>