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0" r:id="rId5"/>
    <p:sldId id="259" r:id="rId6"/>
    <p:sldId id="264" r:id="rId7"/>
    <p:sldId id="265" r:id="rId8"/>
    <p:sldId id="270" r:id="rId9"/>
    <p:sldId id="266" r:id="rId10"/>
    <p:sldId id="267" r:id="rId11"/>
    <p:sldId id="268" r:id="rId12"/>
    <p:sldId id="269" r:id="rId13"/>
    <p:sldId id="273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?utm_source=chatgpt.com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meskuehl18/colaboracao" TargetMode="External"/><Relationship Id="rId2" Type="http://schemas.openxmlformats.org/officeDocument/2006/relationships/hyperlink" Target="https://github.com/jameskuehl18/entra21_2026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0D897C0-548A-9D32-2363-CE524F0C3C82}"/>
              </a:ext>
            </a:extLst>
          </p:cNvPr>
          <p:cNvSpPr txBox="1"/>
          <p:nvPr/>
        </p:nvSpPr>
        <p:spPr>
          <a:xfrm>
            <a:off x="821482" y="1422245"/>
            <a:ext cx="98038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dirty="0"/>
              <a:t>Colaboração simples em projetos: </a:t>
            </a:r>
          </a:p>
          <a:p>
            <a:pPr algn="ctr"/>
            <a:r>
              <a:rPr lang="pt-BR" sz="4000" dirty="0" err="1"/>
              <a:t>pull</a:t>
            </a:r>
            <a:r>
              <a:rPr lang="pt-BR" sz="4000" dirty="0"/>
              <a:t> </a:t>
            </a:r>
            <a:r>
              <a:rPr lang="pt-BR" sz="4000" dirty="0" err="1"/>
              <a:t>requests</a:t>
            </a:r>
            <a:r>
              <a:rPr lang="pt-BR" sz="4000" dirty="0"/>
              <a:t> e revisão de código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2599354" y="613101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GIT, GitHub e Colaboração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56B22CD-6D86-5C26-C2C4-653996468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662" y="2946382"/>
            <a:ext cx="5043196" cy="283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3" y="1528305"/>
            <a:ext cx="10440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os conceitos básicos de colaboração em projetos de software usando </a:t>
            </a:r>
            <a:r>
              <a:rPr lang="pt-BR" sz="2400" dirty="0" err="1"/>
              <a:t>Git</a:t>
            </a:r>
            <a:r>
              <a:rPr lang="pt-BR" sz="2400" dirty="0"/>
              <a:t> e GitHub.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Demonstrar como criar e gerenciar </a:t>
            </a:r>
            <a:r>
              <a:rPr lang="pt-BR" sz="2400" dirty="0" err="1"/>
              <a:t>pull</a:t>
            </a:r>
            <a:r>
              <a:rPr lang="pt-BR" sz="2400" dirty="0"/>
              <a:t> </a:t>
            </a:r>
            <a:r>
              <a:rPr lang="pt-BR" sz="2400" dirty="0" err="1"/>
              <a:t>requests</a:t>
            </a:r>
            <a:r>
              <a:rPr lang="pt-BR" sz="2400" dirty="0"/>
              <a:t> (</a:t>
            </a:r>
            <a:r>
              <a:rPr lang="pt-BR" sz="2400" dirty="0" err="1"/>
              <a:t>PRs</a:t>
            </a:r>
            <a:r>
              <a:rPr lang="pt-BR" sz="24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o processo de revisão de código e boas práticas de colaboração.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358914" y="44426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Introdução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481652"/>
            <a:ext cx="95732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/>
              <a:t>Git</a:t>
            </a:r>
            <a:r>
              <a:rPr lang="pt-BR" sz="2400" dirty="0"/>
              <a:t> é usado em projetos colaborativos e o GitHub como plataforma de hospedagem e colaboração.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Conceito de repositório </a:t>
            </a:r>
            <a:r>
              <a:rPr lang="pt-BR" sz="2400" b="1" dirty="0"/>
              <a:t>remoto(normal)</a:t>
            </a:r>
            <a:r>
              <a:rPr lang="pt-BR" sz="2400" dirty="0"/>
              <a:t> e </a:t>
            </a:r>
            <a:r>
              <a:rPr lang="pt-BR" sz="2400" b="1" dirty="0" err="1"/>
              <a:t>fork</a:t>
            </a:r>
            <a:r>
              <a:rPr lang="pt-BR" sz="2400" dirty="0"/>
              <a:t>(É uma cópia de um repositório para sua própria conta do GitHub. Você cria uma versão independente do projeto original. Usado para: contribuir em projetos open </a:t>
            </a:r>
            <a:r>
              <a:rPr lang="pt-BR" sz="2400" dirty="0" err="1"/>
              <a:t>source</a:t>
            </a:r>
            <a:r>
              <a:rPr lang="pt-BR" sz="2400" dirty="0"/>
              <a:t>, testar alterações sem afetar original e desenvolver funcionalidades próprias.</a:t>
            </a:r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 err="1"/>
              <a:t>Pull</a:t>
            </a:r>
            <a:r>
              <a:rPr lang="pt-BR" sz="3600" dirty="0"/>
              <a:t> </a:t>
            </a:r>
            <a:r>
              <a:rPr lang="pt-BR" sz="3600" dirty="0" err="1"/>
              <a:t>Requests</a:t>
            </a:r>
            <a:r>
              <a:rPr lang="pt-BR" sz="3600" dirty="0"/>
              <a:t> (</a:t>
            </a:r>
            <a:r>
              <a:rPr lang="pt-BR" sz="3600" dirty="0" err="1"/>
              <a:t>PRs</a:t>
            </a:r>
            <a:r>
              <a:rPr lang="pt-BR" sz="3600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FC09CC6-59DF-539D-FC12-526AAD74BB09}"/>
              </a:ext>
            </a:extLst>
          </p:cNvPr>
          <p:cNvSpPr txBox="1"/>
          <p:nvPr/>
        </p:nvSpPr>
        <p:spPr>
          <a:xfrm>
            <a:off x="839755" y="1387365"/>
            <a:ext cx="88132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/>
              <a:t>Pull</a:t>
            </a:r>
            <a:r>
              <a:rPr lang="pt-BR" b="1" dirty="0"/>
              <a:t> </a:t>
            </a:r>
            <a:r>
              <a:rPr lang="pt-BR" b="1" dirty="0" err="1"/>
              <a:t>request</a:t>
            </a:r>
            <a:r>
              <a:rPr lang="pt-BR" b="1" dirty="0"/>
              <a:t> </a:t>
            </a:r>
            <a:r>
              <a:rPr lang="pt-BR" dirty="0"/>
              <a:t>é uma solicitação para que alterações feitas em uma </a:t>
            </a:r>
            <a:r>
              <a:rPr lang="pt-BR" dirty="0" err="1"/>
              <a:t>branch</a:t>
            </a:r>
            <a:r>
              <a:rPr lang="pt-BR" dirty="0"/>
              <a:t> sejam analisadas e incorporadas em outra Branch(repositório)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Estrutura de um PR: </a:t>
            </a:r>
          </a:p>
          <a:p>
            <a:r>
              <a:rPr lang="pt-BR" dirty="0"/>
              <a:t>título, descrição, referência a </a:t>
            </a:r>
            <a:r>
              <a:rPr lang="pt-BR" dirty="0" err="1"/>
              <a:t>issues</a:t>
            </a:r>
            <a:r>
              <a:rPr lang="pt-BR" dirty="0"/>
              <a:t>.</a:t>
            </a:r>
          </a:p>
          <a:p>
            <a:endParaRPr lang="pt-BR" b="1" dirty="0"/>
          </a:p>
          <a:p>
            <a:r>
              <a:rPr lang="pt-BR" b="1" dirty="0"/>
              <a:t>Boas práticas:</a:t>
            </a:r>
          </a:p>
          <a:p>
            <a:r>
              <a:rPr lang="pt-BR" dirty="0" err="1"/>
              <a:t>PRs</a:t>
            </a:r>
            <a:r>
              <a:rPr lang="pt-BR" dirty="0"/>
              <a:t> pequenos, mensagens claras, contexto do problema</a:t>
            </a:r>
            <a:r>
              <a:rPr lang="pt-BR" b="1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103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1713394" y="549560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Fluxo de Trabalho Colaborativo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705196" y="1627988"/>
            <a:ext cx="110688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Clonar um repositório.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uma nova </a:t>
            </a:r>
            <a:r>
              <a:rPr lang="pt-BR" sz="2400" dirty="0" err="1"/>
              <a:t>branch</a:t>
            </a:r>
            <a:r>
              <a:rPr lang="pt-BR" sz="2400" dirty="0"/>
              <a:t> para desenvolver uma funcionalidade ou correção.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Fazer </a:t>
            </a:r>
            <a:r>
              <a:rPr lang="pt-BR" sz="2400" dirty="0" err="1"/>
              <a:t>commits</a:t>
            </a:r>
            <a:r>
              <a:rPr lang="pt-BR" sz="2400" dirty="0"/>
              <a:t> claros e descritivos.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06CE4-561C-B3D3-D087-91BF99A9C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CFD32B9-4254-F9C7-B4C5-A317CAF20147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Revisão de Código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17CC290-0D52-705A-C500-F2D4B139E1D5}"/>
              </a:ext>
            </a:extLst>
          </p:cNvPr>
          <p:cNvSpPr txBox="1"/>
          <p:nvPr/>
        </p:nvSpPr>
        <p:spPr>
          <a:xfrm>
            <a:off x="1309490" y="1387365"/>
            <a:ext cx="83718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Importância da revisão de código para qualidade e aprendizado.</a:t>
            </a:r>
          </a:p>
          <a:p>
            <a:endParaRPr lang="pt-BR" b="1" dirty="0"/>
          </a:p>
          <a:p>
            <a:r>
              <a:rPr lang="pt-BR" b="1" dirty="0"/>
              <a:t>Como comentar em um PR.</a:t>
            </a:r>
          </a:p>
          <a:p>
            <a:endParaRPr lang="pt-BR" b="1" dirty="0"/>
          </a:p>
          <a:p>
            <a:r>
              <a:rPr lang="pt-BR" b="1" dirty="0"/>
              <a:t>Aprovar ou solicitar mudanças.</a:t>
            </a:r>
          </a:p>
          <a:p>
            <a:endParaRPr lang="pt-BR" b="1" dirty="0"/>
          </a:p>
          <a:p>
            <a:r>
              <a:rPr lang="pt-BR" b="1" dirty="0"/>
              <a:t>Etiqueta na revisão:</a:t>
            </a:r>
          </a:p>
          <a:p>
            <a:r>
              <a:rPr lang="pt-BR" dirty="0"/>
              <a:t>Críticas construtivas, foco no código e não na pessoa.</a:t>
            </a:r>
          </a:p>
        </p:txBody>
      </p:sp>
    </p:spTree>
    <p:extLst>
      <p:ext uri="{BB962C8B-B14F-4D97-AF65-F5344CB8AC3E}">
        <p14:creationId xmlns:p14="http://schemas.microsoft.com/office/powerpoint/2010/main" val="223107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BF58-E99C-3793-C1C4-45603E5E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F8751AFE-771C-F057-A6DB-13C90E5D4FD3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Integração e Merge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0CB2F0-A079-A9FA-742C-9BB68B6E7349}"/>
              </a:ext>
            </a:extLst>
          </p:cNvPr>
          <p:cNvSpPr txBox="1"/>
          <p:nvPr/>
        </p:nvSpPr>
        <p:spPr>
          <a:xfrm>
            <a:off x="1309490" y="1387365"/>
            <a:ext cx="83718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O que pode acontecer após a aprovação de um PR é um merge.</a:t>
            </a:r>
          </a:p>
          <a:p>
            <a:pPr algn="just"/>
            <a:r>
              <a:rPr lang="pt-BR" b="1" dirty="0"/>
              <a:t>Geralmente é um merge </a:t>
            </a:r>
            <a:r>
              <a:rPr lang="pt-BR" b="1" dirty="0" err="1"/>
              <a:t>commit</a:t>
            </a:r>
            <a:r>
              <a:rPr lang="pt-BR" b="1" dirty="0"/>
              <a:t>(</a:t>
            </a:r>
            <a:r>
              <a:rPr lang="pt-BR" dirty="0"/>
              <a:t>É o merge </a:t>
            </a:r>
            <a:r>
              <a:rPr lang="pt-BR" dirty="0" err="1"/>
              <a:t>tradicional.O</a:t>
            </a:r>
            <a:r>
              <a:rPr lang="pt-BR" dirty="0"/>
              <a:t> </a:t>
            </a:r>
            <a:r>
              <a:rPr lang="pt-BR" dirty="0" err="1"/>
              <a:t>Git</a:t>
            </a:r>
            <a:r>
              <a:rPr lang="pt-BR" dirty="0"/>
              <a:t> cria um </a:t>
            </a:r>
            <a:r>
              <a:rPr lang="pt-BR" dirty="0" err="1"/>
              <a:t>commit</a:t>
            </a:r>
            <a:r>
              <a:rPr lang="pt-BR" dirty="0"/>
              <a:t> extra de merge para unir as </a:t>
            </a:r>
            <a:r>
              <a:rPr lang="pt-BR" dirty="0" err="1"/>
              <a:t>branches</a:t>
            </a:r>
            <a:r>
              <a:rPr lang="pt-BR" dirty="0"/>
              <a:t>)</a:t>
            </a:r>
            <a:r>
              <a:rPr lang="pt-BR" b="1" dirty="0"/>
              <a:t>, mas, existe merge squash(</a:t>
            </a:r>
            <a:r>
              <a:rPr lang="pt-BR" dirty="0"/>
              <a:t>O </a:t>
            </a:r>
            <a:r>
              <a:rPr lang="pt-BR" dirty="0" err="1"/>
              <a:t>Git</a:t>
            </a:r>
            <a:r>
              <a:rPr lang="pt-BR" dirty="0"/>
              <a:t> junta todos os </a:t>
            </a:r>
            <a:r>
              <a:rPr lang="pt-BR" dirty="0" err="1"/>
              <a:t>commits</a:t>
            </a:r>
            <a:r>
              <a:rPr lang="pt-BR" dirty="0"/>
              <a:t> da </a:t>
            </a:r>
            <a:r>
              <a:rPr lang="pt-BR" dirty="0" err="1"/>
              <a:t>branch</a:t>
            </a:r>
            <a:r>
              <a:rPr lang="pt-BR" dirty="0"/>
              <a:t> em um único </a:t>
            </a:r>
            <a:r>
              <a:rPr lang="pt-BR" dirty="0" err="1"/>
              <a:t>commit</a:t>
            </a:r>
            <a:r>
              <a:rPr lang="pt-BR" dirty="0"/>
              <a:t>)</a:t>
            </a:r>
            <a:r>
              <a:rPr lang="pt-BR" b="1" dirty="0"/>
              <a:t>, merge </a:t>
            </a:r>
            <a:r>
              <a:rPr lang="pt-BR" b="1" dirty="0" err="1"/>
              <a:t>rebase</a:t>
            </a:r>
            <a:r>
              <a:rPr lang="pt-BR" b="1" dirty="0"/>
              <a:t>(</a:t>
            </a:r>
            <a:r>
              <a:rPr lang="pt-BR" dirty="0"/>
              <a:t>O </a:t>
            </a:r>
            <a:r>
              <a:rPr lang="pt-BR" dirty="0" err="1"/>
              <a:t>Git</a:t>
            </a:r>
            <a:r>
              <a:rPr lang="pt-BR" dirty="0"/>
              <a:t> reaplica os </a:t>
            </a:r>
            <a:r>
              <a:rPr lang="pt-BR" dirty="0" err="1"/>
              <a:t>commits</a:t>
            </a:r>
            <a:r>
              <a:rPr lang="pt-BR" dirty="0"/>
              <a:t> da feature diretamente sobre a </a:t>
            </a:r>
            <a:r>
              <a:rPr lang="pt-BR" dirty="0" err="1"/>
              <a:t>branch</a:t>
            </a:r>
            <a:r>
              <a:rPr lang="pt-BR" dirty="0"/>
              <a:t> principal)</a:t>
            </a:r>
            <a:r>
              <a:rPr lang="pt-BR" b="1" dirty="0"/>
              <a:t>.</a:t>
            </a:r>
          </a:p>
          <a:p>
            <a:endParaRPr lang="pt-BR" b="1" dirty="0"/>
          </a:p>
          <a:p>
            <a:r>
              <a:rPr lang="pt-BR" b="1" dirty="0"/>
              <a:t>Importante é  manter o repositório principal limpo e organizado.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83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C822-F06B-A53E-9B02-9B1A79BE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C036BDB-A30E-68D6-1819-D6B9D938A6A6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 err="1"/>
              <a:t>Issues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01307B-D9DC-7490-FA88-748E59702A60}"/>
              </a:ext>
            </a:extLst>
          </p:cNvPr>
          <p:cNvSpPr txBox="1"/>
          <p:nvPr/>
        </p:nvSpPr>
        <p:spPr>
          <a:xfrm>
            <a:off x="902617" y="1397675"/>
            <a:ext cx="10032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 </a:t>
            </a:r>
            <a:r>
              <a:rPr lang="pt-BR" dirty="0">
                <a:hlinkClick r:id="rId2"/>
              </a:rPr>
              <a:t>GitHub</a:t>
            </a:r>
            <a:r>
              <a:rPr lang="pt-BR" dirty="0"/>
              <a:t>, </a:t>
            </a:r>
            <a:r>
              <a:rPr lang="pt-BR" b="1" dirty="0" err="1"/>
              <a:t>Issues</a:t>
            </a:r>
            <a:r>
              <a:rPr lang="pt-BR" dirty="0"/>
              <a:t> são registros usados para organizar e acompanhar tarefas, problemas, melhorias e discussões dentro de um projeto.</a:t>
            </a:r>
          </a:p>
          <a:p>
            <a:endParaRPr lang="pt-BR" dirty="0"/>
          </a:p>
          <a:p>
            <a:r>
              <a:rPr lang="pt-BR" dirty="0"/>
              <a:t>Elas funcionam como um sistema de:</a:t>
            </a:r>
          </a:p>
          <a:p>
            <a:r>
              <a:rPr lang="pt-BR" dirty="0"/>
              <a:t>chamados, bugs, tarefas, sugestões e planejamento </a:t>
            </a:r>
          </a:p>
        </p:txBody>
      </p:sp>
    </p:spTree>
    <p:extLst>
      <p:ext uri="{BB962C8B-B14F-4D97-AF65-F5344CB8AC3E}">
        <p14:creationId xmlns:p14="http://schemas.microsoft.com/office/powerpoint/2010/main" val="23986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EB62-DAB6-C7AF-E84C-EB8AE6FEF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6B0AD19-E333-7352-A2AC-2C7CD6B4EAD9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Como funciona na Prática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C26BFD2-C950-9480-493C-4359C54EAD9C}"/>
              </a:ext>
            </a:extLst>
          </p:cNvPr>
          <p:cNvSpPr txBox="1"/>
          <p:nvPr/>
        </p:nvSpPr>
        <p:spPr>
          <a:xfrm>
            <a:off x="1309490" y="1387365"/>
            <a:ext cx="837183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Criar uma </a:t>
            </a:r>
            <a:r>
              <a:rPr lang="pt-BR" dirty="0" err="1"/>
              <a:t>branch</a:t>
            </a:r>
            <a:r>
              <a:rPr lang="pt-BR" dirty="0"/>
              <a:t> chamada feature/nova-funcionalidade.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Fazer alterações simples (ex.: adicionar uma função).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Subir a </a:t>
            </a:r>
            <a:r>
              <a:rPr lang="pt-BR" dirty="0" err="1"/>
              <a:t>branch</a:t>
            </a:r>
            <a:r>
              <a:rPr lang="pt-BR" dirty="0"/>
              <a:t> para o GitHub.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Abrir um PR e adicionar revisores.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Simular comentários de revisão e aprovação.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Fazer o merge no repositório principal.</a:t>
            </a:r>
          </a:p>
        </p:txBody>
      </p:sp>
    </p:spTree>
    <p:extLst>
      <p:ext uri="{BB962C8B-B14F-4D97-AF65-F5344CB8AC3E}">
        <p14:creationId xmlns:p14="http://schemas.microsoft.com/office/powerpoint/2010/main" val="326643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E7ED1-4CAC-7CA1-1F9C-5DAE27F4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D4CB382-5CC9-D31D-5CE2-177684932302}"/>
              </a:ext>
            </a:extLst>
          </p:cNvPr>
          <p:cNvSpPr txBox="1"/>
          <p:nvPr/>
        </p:nvSpPr>
        <p:spPr>
          <a:xfrm>
            <a:off x="888741" y="342513"/>
            <a:ext cx="8339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Roteiro Passo a Passo para criação PR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1F9BD39-F1C4-1938-8F92-AD469E73FE6D}"/>
              </a:ext>
            </a:extLst>
          </p:cNvPr>
          <p:cNvSpPr txBox="1"/>
          <p:nvPr/>
        </p:nvSpPr>
        <p:spPr>
          <a:xfrm>
            <a:off x="796886" y="988844"/>
            <a:ext cx="1152846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1. Preparação</a:t>
            </a:r>
          </a:p>
          <a:p>
            <a:r>
              <a:rPr lang="pt-BR" dirty="0"/>
              <a:t>Criar um repositório no GitHub chamado </a:t>
            </a:r>
            <a:r>
              <a:rPr lang="pt-BR" b="1" dirty="0" err="1"/>
              <a:t>colaboracao</a:t>
            </a:r>
            <a:r>
              <a:rPr lang="pt-BR" dirty="0"/>
              <a:t>.</a:t>
            </a:r>
          </a:p>
          <a:p>
            <a:r>
              <a:rPr lang="pt-BR" dirty="0"/>
              <a:t>Adicionar um arquivo simples, por exemplo </a:t>
            </a:r>
            <a:r>
              <a:rPr lang="pt-BR" b="1" dirty="0"/>
              <a:t>conta.txt</a:t>
            </a:r>
            <a:r>
              <a:rPr lang="pt-BR" dirty="0"/>
              <a:t>, com uma breve descrição.</a:t>
            </a:r>
          </a:p>
          <a:p>
            <a:r>
              <a:rPr lang="pt-BR" dirty="0"/>
              <a:t>//</a:t>
            </a:r>
            <a:r>
              <a:rPr lang="pt-BR" dirty="0" err="1"/>
              <a:t>echo</a:t>
            </a:r>
            <a:r>
              <a:rPr lang="pt-BR" dirty="0"/>
              <a:t> "# </a:t>
            </a:r>
            <a:r>
              <a:rPr lang="pt-BR" dirty="0" err="1"/>
              <a:t>colaboracao</a:t>
            </a:r>
            <a:r>
              <a:rPr lang="pt-BR" dirty="0"/>
              <a:t>" &gt;&gt; leitura.txt – exemplo de criação de arquivo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init</a:t>
            </a:r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conta.txt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commit</a:t>
            </a:r>
            <a:r>
              <a:rPr lang="pt-BR" dirty="0"/>
              <a:t> -m "Efetuando </a:t>
            </a:r>
            <a:r>
              <a:rPr lang="pt-BR" dirty="0" err="1"/>
              <a:t>commit</a:t>
            </a:r>
            <a:r>
              <a:rPr lang="pt-BR" dirty="0"/>
              <a:t>"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branch</a:t>
            </a:r>
            <a:r>
              <a:rPr lang="pt-BR" dirty="0"/>
              <a:t> -M </a:t>
            </a:r>
            <a:r>
              <a:rPr lang="pt-BR" dirty="0" err="1"/>
              <a:t>main</a:t>
            </a:r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remote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</a:t>
            </a:r>
            <a:r>
              <a:rPr lang="pt-BR" dirty="0" err="1"/>
              <a:t>origin</a:t>
            </a:r>
            <a:r>
              <a:rPr lang="pt-BR" dirty="0"/>
              <a:t> https://github.com/jameskuehl18/colaboracao.git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push</a:t>
            </a:r>
            <a:r>
              <a:rPr lang="pt-BR" dirty="0"/>
              <a:t> -u </a:t>
            </a:r>
            <a:r>
              <a:rPr lang="pt-BR" dirty="0" err="1"/>
              <a:t>origin</a:t>
            </a:r>
            <a:r>
              <a:rPr lang="pt-BR" dirty="0"/>
              <a:t> </a:t>
            </a:r>
            <a:r>
              <a:rPr lang="pt-BR" dirty="0" err="1"/>
              <a:t>main</a:t>
            </a:r>
            <a:endParaRPr lang="pt-BR" dirty="0"/>
          </a:p>
          <a:p>
            <a:endParaRPr lang="pt-BR" sz="2400" dirty="0"/>
          </a:p>
          <a:p>
            <a:r>
              <a:rPr lang="pt-BR" sz="2400" b="1" dirty="0"/>
              <a:t>2. Clonando o Repositório</a:t>
            </a:r>
          </a:p>
          <a:p>
            <a:r>
              <a:rPr lang="pt-BR" dirty="0"/>
              <a:t>No terminal:</a:t>
            </a:r>
          </a:p>
          <a:p>
            <a:r>
              <a:rPr lang="pt-BR" dirty="0" err="1"/>
              <a:t>git</a:t>
            </a:r>
            <a:r>
              <a:rPr lang="pt-BR" dirty="0"/>
              <a:t> clone </a:t>
            </a:r>
            <a:r>
              <a:rPr lang="pt-BR" dirty="0">
                <a:hlinkClick r:id="rId2"/>
              </a:rPr>
              <a:t>https://github.com/jameskuehl18/entra21_2026</a:t>
            </a:r>
            <a:r>
              <a:rPr lang="pt-BR" dirty="0"/>
              <a:t> ou </a:t>
            </a:r>
            <a:r>
              <a:rPr lang="pt-BR" dirty="0" err="1"/>
              <a:t>git</a:t>
            </a:r>
            <a:r>
              <a:rPr lang="pt-BR" dirty="0"/>
              <a:t> clone </a:t>
            </a:r>
            <a:r>
              <a:rPr lang="pt-BR" dirty="0">
                <a:hlinkClick r:id="rId3"/>
              </a:rPr>
              <a:t>https://github.com/jameskuehl18/colaboracao</a:t>
            </a:r>
            <a:r>
              <a:rPr lang="pt-BR" dirty="0"/>
              <a:t> </a:t>
            </a:r>
          </a:p>
          <a:p>
            <a:endParaRPr lang="pt-BR" b="1" dirty="0"/>
          </a:p>
          <a:p>
            <a:r>
              <a:rPr lang="pt-BR" sz="2400" b="1" dirty="0"/>
              <a:t>3. Criando uma Branch</a:t>
            </a:r>
          </a:p>
          <a:p>
            <a:r>
              <a:rPr lang="pt-BR" dirty="0"/>
              <a:t>Cada funcionalidade ou correção deve ser feita em uma </a:t>
            </a:r>
            <a:r>
              <a:rPr lang="pt-BR" dirty="0" err="1"/>
              <a:t>branch</a:t>
            </a:r>
            <a:r>
              <a:rPr lang="pt-BR" dirty="0"/>
              <a:t> separada:</a:t>
            </a:r>
          </a:p>
          <a:p>
            <a:r>
              <a:rPr lang="pt-BR" dirty="0" err="1"/>
              <a:t>git</a:t>
            </a:r>
            <a:r>
              <a:rPr lang="pt-BR" dirty="0"/>
              <a:t> checkout -b feature/atualizar-conta ou para acessar usar </a:t>
            </a:r>
            <a:r>
              <a:rPr lang="pt-BR" dirty="0" err="1"/>
              <a:t>git</a:t>
            </a:r>
            <a:r>
              <a:rPr lang="pt-BR" dirty="0"/>
              <a:t> checkout feature/atualizar-conta</a:t>
            </a:r>
          </a:p>
        </p:txBody>
      </p:sp>
    </p:spTree>
    <p:extLst>
      <p:ext uri="{BB962C8B-B14F-4D97-AF65-F5344CB8AC3E}">
        <p14:creationId xmlns:p14="http://schemas.microsoft.com/office/powerpoint/2010/main" val="3783418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AD42-143F-3493-2E2E-CB978670C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FF2B409-6010-9DDE-C8FF-123C69946975}"/>
              </a:ext>
            </a:extLst>
          </p:cNvPr>
          <p:cNvSpPr txBox="1"/>
          <p:nvPr/>
        </p:nvSpPr>
        <p:spPr>
          <a:xfrm>
            <a:off x="787461" y="246452"/>
            <a:ext cx="111184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4. Fazendo Alterações</a:t>
            </a:r>
          </a:p>
          <a:p>
            <a:r>
              <a:rPr lang="pt-BR" dirty="0"/>
              <a:t>Editar o arquivo conta.java adicionando uma linha, por exemplo:</a:t>
            </a:r>
          </a:p>
          <a:p>
            <a:r>
              <a:rPr lang="pt-BR" dirty="0"/>
              <a:t>//Este projeto é usado para demonstrar colaboração com GitHub.</a:t>
            </a:r>
          </a:p>
          <a:p>
            <a:r>
              <a:rPr lang="pt-BR" dirty="0"/>
              <a:t>Salvar e registrar a alteração:</a:t>
            </a:r>
          </a:p>
          <a:p>
            <a:r>
              <a:rPr lang="pt-BR" sz="2400" dirty="0" err="1"/>
              <a:t>git</a:t>
            </a:r>
            <a:r>
              <a:rPr lang="pt-BR" sz="2400" dirty="0"/>
              <a:t> </a:t>
            </a:r>
            <a:r>
              <a:rPr lang="pt-BR" sz="2400" dirty="0" err="1"/>
              <a:t>add</a:t>
            </a:r>
            <a:r>
              <a:rPr lang="pt-BR" sz="2400" dirty="0"/>
              <a:t> conta.txt</a:t>
            </a:r>
          </a:p>
          <a:p>
            <a:r>
              <a:rPr lang="pt-BR" sz="2400" dirty="0" err="1"/>
              <a:t>git</a:t>
            </a:r>
            <a:r>
              <a:rPr lang="pt-BR" sz="2400" dirty="0"/>
              <a:t> </a:t>
            </a:r>
            <a:r>
              <a:rPr lang="pt-BR" sz="2400" dirty="0" err="1"/>
              <a:t>commit</a:t>
            </a:r>
            <a:r>
              <a:rPr lang="pt-BR" sz="2400" dirty="0"/>
              <a:t> -m "Atualiza conta com descrição do projeto"</a:t>
            </a:r>
          </a:p>
          <a:p>
            <a:r>
              <a:rPr lang="pt-BR" sz="2400" b="1" dirty="0"/>
              <a:t>5. Subindo a Branch para o GitHub</a:t>
            </a:r>
          </a:p>
          <a:p>
            <a:r>
              <a:rPr lang="pt-BR" sz="2400" dirty="0" err="1"/>
              <a:t>git</a:t>
            </a:r>
            <a:r>
              <a:rPr lang="pt-BR" sz="2400" dirty="0"/>
              <a:t> </a:t>
            </a:r>
            <a:r>
              <a:rPr lang="pt-BR" sz="2400" dirty="0" err="1"/>
              <a:t>push</a:t>
            </a:r>
            <a:r>
              <a:rPr lang="pt-BR" sz="2400" dirty="0"/>
              <a:t> </a:t>
            </a:r>
            <a:r>
              <a:rPr lang="pt-BR" sz="2400" dirty="0" err="1"/>
              <a:t>origin</a:t>
            </a:r>
            <a:r>
              <a:rPr lang="pt-BR" sz="2400" dirty="0"/>
              <a:t> feature/atualizar-conta ou puxar com </a:t>
            </a:r>
            <a:r>
              <a:rPr lang="pt-BR" sz="2400" dirty="0" err="1"/>
              <a:t>git</a:t>
            </a:r>
            <a:r>
              <a:rPr lang="pt-BR" sz="2400" dirty="0"/>
              <a:t> </a:t>
            </a:r>
            <a:r>
              <a:rPr lang="pt-BR" sz="2400" dirty="0" err="1"/>
              <a:t>pull</a:t>
            </a:r>
            <a:r>
              <a:rPr lang="pt-BR" sz="2400" dirty="0"/>
              <a:t> </a:t>
            </a:r>
            <a:r>
              <a:rPr lang="pt-BR" sz="2400" dirty="0" err="1"/>
              <a:t>origin</a:t>
            </a:r>
            <a:r>
              <a:rPr lang="pt-BR" sz="2400" dirty="0"/>
              <a:t> feature/atualizar-conta</a:t>
            </a:r>
          </a:p>
          <a:p>
            <a:r>
              <a:rPr lang="pt-BR" sz="2400" dirty="0"/>
              <a:t>Em caso de problemas usar:</a:t>
            </a:r>
          </a:p>
          <a:p>
            <a:r>
              <a:rPr lang="pt-BR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git pull origin feature/</a:t>
            </a:r>
            <a:r>
              <a:rPr lang="en-US" sz="2400" dirty="0" err="1"/>
              <a:t>atualizar-conta</a:t>
            </a:r>
            <a:r>
              <a:rPr lang="en-US" sz="2400" dirty="0"/>
              <a:t> --allow-unrelated-histories</a:t>
            </a:r>
            <a:endParaRPr lang="pt-BR" sz="2400" dirty="0"/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pt-BR" sz="2400" dirty="0" err="1"/>
              <a:t>git</a:t>
            </a:r>
            <a:r>
              <a:rPr lang="pt-BR" sz="2400" dirty="0"/>
              <a:t> clean –f </a:t>
            </a:r>
            <a:r>
              <a:rPr lang="pt-BR" sz="2400" dirty="0">
                <a:sym typeface="Wingdings" panose="05000000000000000000" pitchFamily="2" charset="2"/>
              </a:rPr>
              <a:t> para limpar cache em caso de problema.</a:t>
            </a:r>
          </a:p>
          <a:p>
            <a:r>
              <a:rPr lang="pt-BR" sz="2400" b="1" dirty="0"/>
              <a:t>6. Criando um </a:t>
            </a:r>
            <a:r>
              <a:rPr lang="pt-BR" sz="2400" b="1" dirty="0" err="1"/>
              <a:t>Pull</a:t>
            </a:r>
            <a:r>
              <a:rPr lang="pt-BR" sz="2400" b="1" dirty="0"/>
              <a:t> </a:t>
            </a:r>
            <a:r>
              <a:rPr lang="pt-BR" sz="2400" b="1" dirty="0" err="1"/>
              <a:t>Request</a:t>
            </a:r>
            <a:endParaRPr lang="pt-BR" sz="2400" b="1" dirty="0"/>
          </a:p>
          <a:p>
            <a:r>
              <a:rPr lang="pt-BR" dirty="0"/>
              <a:t>Ir até o repositório no GitHub.</a:t>
            </a:r>
          </a:p>
          <a:p>
            <a:r>
              <a:rPr lang="pt-BR" dirty="0"/>
              <a:t>O GitHub sugerirá abrir um PR para a </a:t>
            </a:r>
            <a:r>
              <a:rPr lang="pt-BR" dirty="0" err="1"/>
              <a:t>branch</a:t>
            </a:r>
            <a:r>
              <a:rPr lang="pt-BR" dirty="0"/>
              <a:t> recém-enviada.</a:t>
            </a:r>
          </a:p>
          <a:p>
            <a:r>
              <a:rPr lang="pt-BR" dirty="0"/>
              <a:t>Preencher título e descrição do PR.</a:t>
            </a:r>
          </a:p>
          <a:p>
            <a:r>
              <a:rPr lang="pt-BR" b="1" dirty="0"/>
              <a:t>Exemplo de título</a:t>
            </a:r>
            <a:r>
              <a:rPr lang="pt-BR" dirty="0"/>
              <a:t>: Atualiza conta com descrição do projeto.</a:t>
            </a:r>
          </a:p>
          <a:p>
            <a:r>
              <a:rPr lang="pt-BR" b="1" dirty="0"/>
              <a:t>Exemplo de descrição</a:t>
            </a:r>
            <a:r>
              <a:rPr lang="pt-BR" dirty="0"/>
              <a:t>: Adicionei uma linha explicando o objetivo do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1297805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C6FB1-A82E-ABDB-59DE-BED18A73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EB84B95-19C8-3A5E-6B43-BBE77559994A}"/>
              </a:ext>
            </a:extLst>
          </p:cNvPr>
          <p:cNvSpPr txBox="1"/>
          <p:nvPr/>
        </p:nvSpPr>
        <p:spPr>
          <a:xfrm>
            <a:off x="881729" y="180464"/>
            <a:ext cx="974228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7. Revisão de Código</a:t>
            </a:r>
          </a:p>
          <a:p>
            <a:r>
              <a:rPr lang="pt-BR" dirty="0"/>
              <a:t>Como outro colaborador pode acessar o PR.</a:t>
            </a:r>
          </a:p>
          <a:p>
            <a:r>
              <a:rPr lang="pt-BR" dirty="0"/>
              <a:t>Adicionar comentários em trechos específicos do código.</a:t>
            </a:r>
          </a:p>
          <a:p>
            <a:r>
              <a:rPr lang="pt-BR" dirty="0"/>
              <a:t>Como aprovar ou solicitar mudanças.</a:t>
            </a:r>
          </a:p>
          <a:p>
            <a:endParaRPr lang="pt-BR" sz="2400" dirty="0"/>
          </a:p>
          <a:p>
            <a:r>
              <a:rPr lang="pt-BR" sz="2400" b="1" dirty="0"/>
              <a:t>8. Merge do </a:t>
            </a:r>
            <a:r>
              <a:rPr lang="pt-BR" sz="2400" b="1" dirty="0" err="1"/>
              <a:t>Pull</a:t>
            </a:r>
            <a:r>
              <a:rPr lang="pt-BR" sz="2400" b="1" dirty="0"/>
              <a:t> </a:t>
            </a:r>
            <a:r>
              <a:rPr lang="pt-BR" sz="2400" b="1" dirty="0" err="1"/>
              <a:t>Request</a:t>
            </a:r>
            <a:endParaRPr lang="pt-BR" sz="2400" b="1" dirty="0"/>
          </a:p>
          <a:p>
            <a:r>
              <a:rPr lang="pt-BR" dirty="0"/>
              <a:t>Após aprovação, clicar em Merge </a:t>
            </a:r>
            <a:r>
              <a:rPr lang="pt-BR" dirty="0" err="1"/>
              <a:t>pull</a:t>
            </a:r>
            <a:r>
              <a:rPr lang="pt-BR" dirty="0"/>
              <a:t> </a:t>
            </a:r>
            <a:r>
              <a:rPr lang="pt-BR" dirty="0" err="1"/>
              <a:t>request</a:t>
            </a:r>
            <a:r>
              <a:rPr lang="pt-BR" dirty="0"/>
              <a:t>.</a:t>
            </a:r>
          </a:p>
          <a:p>
            <a:r>
              <a:rPr lang="pt-BR" dirty="0"/>
              <a:t>Opções de merge: merge </a:t>
            </a:r>
            <a:r>
              <a:rPr lang="pt-BR" dirty="0" err="1"/>
              <a:t>commit</a:t>
            </a:r>
            <a:r>
              <a:rPr lang="pt-BR" dirty="0"/>
              <a:t>, squash, </a:t>
            </a:r>
            <a:r>
              <a:rPr lang="pt-BR" dirty="0" err="1"/>
              <a:t>rebase</a:t>
            </a:r>
            <a:r>
              <a:rPr lang="pt-BR" dirty="0"/>
              <a:t>.</a:t>
            </a:r>
          </a:p>
          <a:p>
            <a:r>
              <a:rPr lang="pt-BR" b="1" dirty="0"/>
              <a:t>OBS</a:t>
            </a:r>
            <a:r>
              <a:rPr lang="pt-BR" dirty="0"/>
              <a:t>: A </a:t>
            </a:r>
            <a:r>
              <a:rPr lang="pt-BR" dirty="0" err="1"/>
              <a:t>branch</a:t>
            </a:r>
            <a:r>
              <a:rPr lang="pt-BR" dirty="0"/>
              <a:t> pode ser excluída após o merge.</a:t>
            </a:r>
          </a:p>
          <a:p>
            <a:endParaRPr lang="pt-BR" sz="2400" b="1" dirty="0"/>
          </a:p>
          <a:p>
            <a:r>
              <a:rPr lang="pt-BR" sz="2400" b="1" dirty="0"/>
              <a:t>9. Atualizando o Repositório Local</a:t>
            </a:r>
          </a:p>
          <a:p>
            <a:r>
              <a:rPr lang="pt-BR" dirty="0"/>
              <a:t>No terminal:</a:t>
            </a:r>
          </a:p>
          <a:p>
            <a:r>
              <a:rPr lang="pt-BR" dirty="0" err="1"/>
              <a:t>git</a:t>
            </a:r>
            <a:r>
              <a:rPr lang="pt-BR" dirty="0"/>
              <a:t> checkout </a:t>
            </a:r>
            <a:r>
              <a:rPr lang="pt-BR" dirty="0" err="1"/>
              <a:t>main</a:t>
            </a:r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pull</a:t>
            </a:r>
            <a:r>
              <a:rPr lang="pt-BR" dirty="0"/>
              <a:t> </a:t>
            </a:r>
            <a:r>
              <a:rPr lang="pt-BR" dirty="0" err="1"/>
              <a:t>origin</a:t>
            </a:r>
            <a:r>
              <a:rPr lang="pt-BR" dirty="0"/>
              <a:t> </a:t>
            </a:r>
            <a:r>
              <a:rPr lang="pt-BR" dirty="0" err="1"/>
              <a:t>main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Pontos de Aprendizado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Cada </a:t>
            </a:r>
            <a:r>
              <a:rPr lang="pt-BR" dirty="0" err="1"/>
              <a:t>branch</a:t>
            </a:r>
            <a:r>
              <a:rPr lang="pt-BR" dirty="0"/>
              <a:t> representa uma tarefa isolada.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PRs</a:t>
            </a:r>
            <a:r>
              <a:rPr lang="pt-BR" dirty="0"/>
              <a:t> são a forma oficial de propor mudanças.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Revisão de código garante qualidade e aprendizado coletivo.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merge integra as contribuições ao projeto principal.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1799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40D7F-2B14-B168-AE9F-D707B5E67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22A056D-7650-390C-0FA6-D774D0FE2AFF}"/>
              </a:ext>
            </a:extLst>
          </p:cNvPr>
          <p:cNvSpPr txBox="1"/>
          <p:nvPr/>
        </p:nvSpPr>
        <p:spPr>
          <a:xfrm>
            <a:off x="825168" y="180464"/>
            <a:ext cx="974228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da revisão de código</a:t>
            </a:r>
          </a:p>
          <a:p>
            <a:endParaRPr lang="pt-BR" sz="2400" dirty="0"/>
          </a:p>
          <a:p>
            <a:r>
              <a:rPr lang="pt-BR" sz="2000" dirty="0"/>
              <a:t>A revisão ajuda a encontrar bugs, melhorar qualidade, manter padrão do projeto, compartilhar conhecimento, evitar problemas em produção e melhorar segurança.</a:t>
            </a:r>
          </a:p>
          <a:p>
            <a:endParaRPr lang="pt-BR" b="1" dirty="0"/>
          </a:p>
          <a:p>
            <a:r>
              <a:rPr lang="pt-BR" b="1" dirty="0"/>
              <a:t>Fluxo de revisão:</a:t>
            </a:r>
          </a:p>
          <a:p>
            <a:r>
              <a:rPr lang="pt-BR" dirty="0"/>
              <a:t>Desenvolvedor cria </a:t>
            </a:r>
            <a:r>
              <a:rPr lang="pt-BR" dirty="0" err="1"/>
              <a:t>branch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Faz alterações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 err="1"/>
              <a:t>Commit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push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 err="1"/>
              <a:t>Pull</a:t>
            </a:r>
            <a:r>
              <a:rPr lang="pt-BR" dirty="0"/>
              <a:t> </a:t>
            </a:r>
            <a:r>
              <a:rPr lang="pt-BR" dirty="0" err="1"/>
              <a:t>Request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 err="1"/>
              <a:t>Code</a:t>
            </a:r>
            <a:r>
              <a:rPr lang="pt-BR" dirty="0"/>
              <a:t> Review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Aprovação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252334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Atividade Prática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705808" y="1308151"/>
            <a:ext cx="90833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/>
              <a:t>Cada aluno deve criar uma </a:t>
            </a:r>
            <a:r>
              <a:rPr lang="pt-BR" sz="2400" dirty="0" err="1"/>
              <a:t>branch</a:t>
            </a:r>
            <a:r>
              <a:rPr lang="pt-BR" sz="2400" dirty="0"/>
              <a:t> com uma pequena modificação (ex.: </a:t>
            </a:r>
            <a:r>
              <a:rPr lang="pt-BR" sz="2400" dirty="0" err="1"/>
              <a:t>alterar_projeto</a:t>
            </a:r>
            <a:r>
              <a:rPr lang="pt-BR" sz="24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/>
              <a:t>Abrir um PR e revisar o PR de um colega(passar o PR via Teams).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/>
              <a:t>Discutir em sala os comentários feitos e como poderiam ser melhorados.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762355" y="1300234"/>
            <a:ext cx="97422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2400" dirty="0"/>
          </a:p>
          <a:p>
            <a:pPr algn="just"/>
            <a:r>
              <a:rPr lang="pt-BR" sz="2400" dirty="0"/>
              <a:t>Colaboração não é apenas escrever código, mas também revisar, discutir e melhorar em conjunto.</a:t>
            </a:r>
          </a:p>
          <a:p>
            <a:pPr algn="ctr"/>
            <a:endParaRPr lang="pt-BR" sz="2400" dirty="0"/>
          </a:p>
          <a:p>
            <a:pPr algn="just"/>
            <a:r>
              <a:rPr lang="pt-BR" sz="2400" b="1" dirty="0"/>
              <a:t>Importante</a:t>
            </a:r>
            <a:r>
              <a:rPr lang="pt-BR" sz="2400" dirty="0"/>
              <a:t>: </a:t>
            </a:r>
            <a:r>
              <a:rPr lang="pt-BR" sz="2400" dirty="0" err="1"/>
              <a:t>PRs</a:t>
            </a:r>
            <a:r>
              <a:rPr lang="pt-BR" sz="2400" dirty="0"/>
              <a:t> e revisões são ferramentas para aprendizado coletivo e qualidade do projeto.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637</TotalTime>
  <Words>995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134</cp:revision>
  <dcterms:created xsi:type="dcterms:W3CDTF">2026-03-07T12:30:21Z</dcterms:created>
  <dcterms:modified xsi:type="dcterms:W3CDTF">2026-05-18T16:38:56Z</dcterms:modified>
</cp:coreProperties>
</file>