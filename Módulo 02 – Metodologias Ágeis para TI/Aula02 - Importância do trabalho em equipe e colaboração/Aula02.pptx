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633000" y="852092"/>
            <a:ext cx="78523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Trabalho em Equipe e Colaboração</a:t>
            </a:r>
          </a:p>
          <a:p>
            <a:pPr algn="ctr"/>
            <a:endParaRPr lang="pt-BR" sz="3600" dirty="0"/>
          </a:p>
          <a:p>
            <a:pPr algn="ctr"/>
            <a:r>
              <a:rPr lang="pt-BR" sz="3600" dirty="0"/>
              <a:t>"Construindo juntos melhores resultados"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5"/>
            <a:ext cx="104409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que é trabalho em equipe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Diferença entre grupo e equipe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Benefícios da colaboração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Barreiras comuns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Estratégias para melhorar a colaboração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Atividade prática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 que é Trabalho em Equipe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481652"/>
            <a:ext cx="957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Definição: conjunto de pessoas com objetivos comuns, atuando de forma coordenada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Ícones: engrenagens interligadas, pessoas conectadas</a:t>
            </a:r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666260" y="54956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Grupos </a:t>
            </a:r>
            <a:r>
              <a:rPr lang="pt-BR" sz="3600" dirty="0" err="1"/>
              <a:t>vs</a:t>
            </a:r>
            <a:r>
              <a:rPr lang="pt-BR" sz="3600" dirty="0"/>
              <a:t> Equipes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6C62456-A96E-32FB-C9C4-2989D4CF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68" y="1665933"/>
            <a:ext cx="9962983" cy="317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Benefícios da Colaboração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E0F59EE-FDBC-BBD3-6CB9-78BBBA3B4698}"/>
              </a:ext>
            </a:extLst>
          </p:cNvPr>
          <p:cNvSpPr txBox="1"/>
          <p:nvPr/>
        </p:nvSpPr>
        <p:spPr>
          <a:xfrm>
            <a:off x="923827" y="1536568"/>
            <a:ext cx="87708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Melhoria na tomada de decisão</a:t>
            </a:r>
          </a:p>
          <a:p>
            <a:r>
              <a:rPr lang="pt-BR" dirty="0"/>
              <a:t>Maior criatividade e inovação</a:t>
            </a:r>
          </a:p>
          <a:p>
            <a:r>
              <a:rPr lang="pt-BR" dirty="0"/>
              <a:t>Redução de retrabalho</a:t>
            </a:r>
          </a:p>
          <a:p>
            <a:r>
              <a:rPr lang="pt-BR" dirty="0"/>
              <a:t>Fortalecimento da confiança</a:t>
            </a:r>
          </a:p>
          <a:p>
            <a:r>
              <a:rPr lang="pt-BR" dirty="0"/>
              <a:t>Ícones: lâmpada 💡, escudo 🛡️, gráfico 📈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FF8-1DC5-D4CB-7EBB-567BD37D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BA279AF-9E1A-649A-D7E4-B8899BED6D75}"/>
              </a:ext>
            </a:extLst>
          </p:cNvPr>
          <p:cNvSpPr txBox="1"/>
          <p:nvPr/>
        </p:nvSpPr>
        <p:spPr>
          <a:xfrm>
            <a:off x="1675686" y="47189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Barreiras Comuns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56ED02-A9FD-F02C-0BE7-ADD255915C84}"/>
              </a:ext>
            </a:extLst>
          </p:cNvPr>
          <p:cNvSpPr txBox="1"/>
          <p:nvPr/>
        </p:nvSpPr>
        <p:spPr>
          <a:xfrm>
            <a:off x="1031082" y="1672689"/>
            <a:ext cx="9573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Falta de comunicação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Ego e competição interna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Falta de clareza nos papéis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Resistência à mudança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9363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6ABFA-6E41-816D-9A6E-33F34299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6BF21ED-EF86-87E1-770E-7E3C3BC89BF7}"/>
              </a:ext>
            </a:extLst>
          </p:cNvPr>
          <p:cNvSpPr txBox="1"/>
          <p:nvPr/>
        </p:nvSpPr>
        <p:spPr>
          <a:xfrm>
            <a:off x="1308041" y="3210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Estratégias para Melhorar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DC7CB2-33BC-85D4-5B75-5A1D0A3E9451}"/>
              </a:ext>
            </a:extLst>
          </p:cNvPr>
          <p:cNvSpPr txBox="1"/>
          <p:nvPr/>
        </p:nvSpPr>
        <p:spPr>
          <a:xfrm>
            <a:off x="833119" y="1531286"/>
            <a:ext cx="9573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Estabelecer objetivos claros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Promover escuta ativa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Incentivar feedback construtivo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Utilizar ferramentas colaborativas (ex.: </a:t>
            </a:r>
            <a:r>
              <a:rPr lang="pt-BR" sz="2400" dirty="0" err="1"/>
              <a:t>Trello</a:t>
            </a:r>
            <a:r>
              <a:rPr lang="pt-BR" sz="2400" dirty="0"/>
              <a:t>, Miro, Teams)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7155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039209" y="150103"/>
            <a:ext cx="7878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Prática: Torre de Papel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875531"/>
            <a:ext cx="908335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Objetivo:</a:t>
            </a:r>
            <a:r>
              <a:rPr lang="pt-BR" dirty="0"/>
              <a:t> Demonstrar a importância da colaboração sob pressão.</a:t>
            </a:r>
          </a:p>
          <a:p>
            <a:r>
              <a:rPr lang="pt-BR" b="1" dirty="0"/>
              <a:t>Instruções:</a:t>
            </a:r>
            <a:endParaRPr lang="pt-BR" dirty="0"/>
          </a:p>
          <a:p>
            <a:r>
              <a:rPr lang="pt-BR" dirty="0"/>
              <a:t>Formar equipes de 5 ou 6 pessoas</a:t>
            </a:r>
          </a:p>
          <a:p>
            <a:r>
              <a:rPr lang="pt-BR" dirty="0"/>
              <a:t>Usar apenas folhas de </a:t>
            </a:r>
            <a:r>
              <a:rPr lang="pt-BR"/>
              <a:t>papel e/ou </a:t>
            </a:r>
            <a:r>
              <a:rPr lang="pt-BR" dirty="0"/>
              <a:t>fita adesiva</a:t>
            </a:r>
          </a:p>
          <a:p>
            <a:r>
              <a:rPr lang="pt-BR" dirty="0"/>
              <a:t>Construir a torre mais alta possível em 10 minutos</a:t>
            </a:r>
          </a:p>
          <a:p>
            <a:endParaRPr lang="pt-BR" dirty="0"/>
          </a:p>
          <a:p>
            <a:r>
              <a:rPr lang="pt-BR" dirty="0"/>
              <a:t>Regras: todos devem participar, sem falar nos primeiros 3 minutos</a:t>
            </a:r>
          </a:p>
          <a:p>
            <a:endParaRPr lang="pt-BR" dirty="0"/>
          </a:p>
          <a:p>
            <a:r>
              <a:rPr lang="pt-BR" dirty="0"/>
              <a:t>Após a atividade, discutir: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Como foi colaborar sem comunicação verbal?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Quais estratégias funcionaram melhor?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que poderia melhorar?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413C3E6-E919-87F5-B878-50259B855230}"/>
              </a:ext>
            </a:extLst>
          </p:cNvPr>
          <p:cNvSpPr txBox="1"/>
          <p:nvPr/>
        </p:nvSpPr>
        <p:spPr>
          <a:xfrm>
            <a:off x="9924278" y="4179031"/>
            <a:ext cx="22677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Entregáveis</a:t>
            </a:r>
          </a:p>
          <a:p>
            <a:r>
              <a:rPr lang="pt-BR" dirty="0"/>
              <a:t>Print do quadro </a:t>
            </a:r>
            <a:r>
              <a:rPr lang="pt-BR" dirty="0" err="1"/>
              <a:t>Trello</a:t>
            </a:r>
            <a:r>
              <a:rPr lang="pt-BR" dirty="0"/>
              <a:t> com tarefas organizadas</a:t>
            </a:r>
          </a:p>
          <a:p>
            <a:r>
              <a:rPr lang="pt-BR" dirty="0"/>
              <a:t>Relato breve da experiência (o que aprenderam, dificuldades, sugestões)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A621E38-336B-2F5C-C252-D1701B1A11FB}"/>
              </a:ext>
            </a:extLst>
          </p:cNvPr>
          <p:cNvSpPr txBox="1"/>
          <p:nvPr/>
        </p:nvSpPr>
        <p:spPr>
          <a:xfrm>
            <a:off x="1168924" y="1319753"/>
            <a:ext cx="78713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Colaboração é habilidade essencial no mundo ágil</a:t>
            </a:r>
          </a:p>
          <a:p>
            <a:endParaRPr lang="pt-BR" sz="2000" b="1" dirty="0"/>
          </a:p>
          <a:p>
            <a:r>
              <a:rPr lang="pt-BR" sz="2000" b="1" dirty="0"/>
              <a:t>Equipes fortes constroem soluções melhores</a:t>
            </a:r>
          </a:p>
          <a:p>
            <a:endParaRPr lang="pt-BR" sz="2000" b="1" dirty="0"/>
          </a:p>
          <a:p>
            <a:r>
              <a:rPr lang="pt-BR" sz="2000" b="1" dirty="0"/>
              <a:t>Comunicação, empatia e confiança são pilares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</TotalTime>
  <Words>253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62</cp:revision>
  <dcterms:created xsi:type="dcterms:W3CDTF">2026-03-07T12:30:21Z</dcterms:created>
  <dcterms:modified xsi:type="dcterms:W3CDTF">2026-04-24T17:37:58Z</dcterms:modified>
</cp:coreProperties>
</file>